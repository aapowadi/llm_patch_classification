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4" r:id="rId4"/>
    <p:sldMasterId id="2147483670" r:id="rId5"/>
    <p:sldMasterId id="2147483676" r:id="rId6"/>
  </p:sldMasterIdLst>
  <p:notesMasterIdLst>
    <p:notesMasterId r:id="rId26"/>
  </p:notesMasterIdLst>
  <p:handoutMasterIdLst>
    <p:handoutMasterId r:id="rId27"/>
  </p:handoutMasterIdLst>
  <p:sldIdLst>
    <p:sldId id="1868" r:id="rId7"/>
    <p:sldId id="2120" r:id="rId8"/>
    <p:sldId id="2121" r:id="rId9"/>
    <p:sldId id="2141" r:id="rId10"/>
    <p:sldId id="2133" r:id="rId11"/>
    <p:sldId id="2142" r:id="rId12"/>
    <p:sldId id="2151" r:id="rId13"/>
    <p:sldId id="2143" r:id="rId14"/>
    <p:sldId id="2144" r:id="rId15"/>
    <p:sldId id="2149" r:id="rId16"/>
    <p:sldId id="2146" r:id="rId17"/>
    <p:sldId id="2154" r:id="rId18"/>
    <p:sldId id="2148" r:id="rId19"/>
    <p:sldId id="2150" r:id="rId20"/>
    <p:sldId id="2152" r:id="rId21"/>
    <p:sldId id="2158" r:id="rId22"/>
    <p:sldId id="2161" r:id="rId23"/>
    <p:sldId id="2159" r:id="rId24"/>
    <p:sldId id="2160" r:id="rId25"/>
  </p:sldIdLst>
  <p:sldSz cx="14630400" cy="8229600"/>
  <p:notesSz cx="7010400" cy="9296400"/>
  <p:defaultTextStyle>
    <a:defPPr>
      <a:defRPr lang="en-US"/>
    </a:defPPr>
    <a:lvl1pPr marL="0" algn="l" defTabSz="1097192" rtl="0" eaLnBrk="1" latinLnBrk="0" hangingPunct="1">
      <a:defRPr sz="2160" kern="1200">
        <a:solidFill>
          <a:schemeClr val="tx1"/>
        </a:solidFill>
        <a:latin typeface="+mn-lt"/>
        <a:ea typeface="+mn-ea"/>
        <a:cs typeface="+mn-cs"/>
      </a:defRPr>
    </a:lvl1pPr>
    <a:lvl2pPr marL="548596" algn="l" defTabSz="1097192" rtl="0" eaLnBrk="1" latinLnBrk="0" hangingPunct="1">
      <a:defRPr sz="2160" kern="1200">
        <a:solidFill>
          <a:schemeClr val="tx1"/>
        </a:solidFill>
        <a:latin typeface="+mn-lt"/>
        <a:ea typeface="+mn-ea"/>
        <a:cs typeface="+mn-cs"/>
      </a:defRPr>
    </a:lvl2pPr>
    <a:lvl3pPr marL="1097192" algn="l" defTabSz="1097192" rtl="0" eaLnBrk="1" latinLnBrk="0" hangingPunct="1">
      <a:defRPr sz="2160" kern="1200">
        <a:solidFill>
          <a:schemeClr val="tx1"/>
        </a:solidFill>
        <a:latin typeface="+mn-lt"/>
        <a:ea typeface="+mn-ea"/>
        <a:cs typeface="+mn-cs"/>
      </a:defRPr>
    </a:lvl3pPr>
    <a:lvl4pPr marL="1645788" algn="l" defTabSz="1097192" rtl="0" eaLnBrk="1" latinLnBrk="0" hangingPunct="1">
      <a:defRPr sz="2160" kern="1200">
        <a:solidFill>
          <a:schemeClr val="tx1"/>
        </a:solidFill>
        <a:latin typeface="+mn-lt"/>
        <a:ea typeface="+mn-ea"/>
        <a:cs typeface="+mn-cs"/>
      </a:defRPr>
    </a:lvl4pPr>
    <a:lvl5pPr marL="2194385" algn="l" defTabSz="1097192" rtl="0" eaLnBrk="1" latinLnBrk="0" hangingPunct="1">
      <a:defRPr sz="2160" kern="1200">
        <a:solidFill>
          <a:schemeClr val="tx1"/>
        </a:solidFill>
        <a:latin typeface="+mn-lt"/>
        <a:ea typeface="+mn-ea"/>
        <a:cs typeface="+mn-cs"/>
      </a:defRPr>
    </a:lvl5pPr>
    <a:lvl6pPr marL="2742982" algn="l" defTabSz="1097192" rtl="0" eaLnBrk="1" latinLnBrk="0" hangingPunct="1">
      <a:defRPr sz="2160" kern="1200">
        <a:solidFill>
          <a:schemeClr val="tx1"/>
        </a:solidFill>
        <a:latin typeface="+mn-lt"/>
        <a:ea typeface="+mn-ea"/>
        <a:cs typeface="+mn-cs"/>
      </a:defRPr>
    </a:lvl6pPr>
    <a:lvl7pPr marL="3291576" algn="l" defTabSz="1097192" rtl="0" eaLnBrk="1" latinLnBrk="0" hangingPunct="1">
      <a:defRPr sz="2160" kern="1200">
        <a:solidFill>
          <a:schemeClr val="tx1"/>
        </a:solidFill>
        <a:latin typeface="+mn-lt"/>
        <a:ea typeface="+mn-ea"/>
        <a:cs typeface="+mn-cs"/>
      </a:defRPr>
    </a:lvl7pPr>
    <a:lvl8pPr marL="3840173" algn="l" defTabSz="1097192" rtl="0" eaLnBrk="1" latinLnBrk="0" hangingPunct="1">
      <a:defRPr sz="2160" kern="1200">
        <a:solidFill>
          <a:schemeClr val="tx1"/>
        </a:solidFill>
        <a:latin typeface="+mn-lt"/>
        <a:ea typeface="+mn-ea"/>
        <a:cs typeface="+mn-cs"/>
      </a:defRPr>
    </a:lvl8pPr>
    <a:lvl9pPr marL="4388770" algn="l" defTabSz="1097192" rtl="0" eaLnBrk="1" latinLnBrk="0" hangingPunct="1">
      <a:defRPr sz="216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968275FA-BEAF-48B3-9CB5-67B45816623C}">
          <p14:sldIdLst>
            <p14:sldId id="1868"/>
            <p14:sldId id="2120"/>
            <p14:sldId id="2121"/>
            <p14:sldId id="2141"/>
            <p14:sldId id="2133"/>
            <p14:sldId id="2142"/>
            <p14:sldId id="2151"/>
            <p14:sldId id="2143"/>
            <p14:sldId id="2144"/>
            <p14:sldId id="2149"/>
            <p14:sldId id="2146"/>
            <p14:sldId id="2154"/>
            <p14:sldId id="2148"/>
            <p14:sldId id="2150"/>
            <p14:sldId id="2152"/>
            <p14:sldId id="2158"/>
            <p14:sldId id="2161"/>
            <p14:sldId id="2159"/>
            <p14:sldId id="216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E19C"/>
    <a:srgbClr val="FEFEFE"/>
    <a:srgbClr val="010CFE"/>
    <a:srgbClr val="4B2203"/>
    <a:srgbClr val="35436A"/>
    <a:srgbClr val="F5D3D3"/>
    <a:srgbClr val="CCCCCC"/>
    <a:srgbClr val="00B050"/>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992F02-B88E-DD4F-B431-4A887EFE237F}" v="498" dt="2025-04-27T03:47:54.8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88" autoAdjust="0"/>
    <p:restoredTop sz="88764" autoAdjust="0"/>
  </p:normalViewPr>
  <p:slideViewPr>
    <p:cSldViewPr snapToGrid="0">
      <p:cViewPr varScale="1">
        <p:scale>
          <a:sx n="115" d="100"/>
          <a:sy n="115" d="100"/>
        </p:scale>
        <p:origin x="1080" y="208"/>
      </p:cViewPr>
      <p:guideLst/>
    </p:cSldViewPr>
  </p:slideViewPr>
  <p:notesTextViewPr>
    <p:cViewPr>
      <p:scale>
        <a:sx n="1" d="1"/>
        <a:sy n="1" d="1"/>
      </p:scale>
      <p:origin x="0" y="0"/>
    </p:cViewPr>
  </p:notesTextViewPr>
  <p:sorterViewPr>
    <p:cViewPr>
      <p:scale>
        <a:sx n="23" d="100"/>
        <a:sy n="23" d="100"/>
      </p:scale>
      <p:origin x="0" y="0"/>
    </p:cViewPr>
  </p:sorterViewPr>
  <p:notesViewPr>
    <p:cSldViewPr snapToGrid="0">
      <p:cViewPr varScale="1">
        <p:scale>
          <a:sx n="95" d="100"/>
          <a:sy n="95" d="100"/>
        </p:scale>
        <p:origin x="3534"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wadi, Anirudha A [E CPE]" userId="9fbef89f-cf32-4252-a490-64855482fec0" providerId="ADAL" clId="{C8992F02-B88E-DD4F-B431-4A887EFE237F}"/>
    <pc:docChg chg="undo redo custSel addSld delSld modSld sldOrd delSection modSection">
      <pc:chgData name="Powadi, Anirudha A [E CPE]" userId="9fbef89f-cf32-4252-a490-64855482fec0" providerId="ADAL" clId="{C8992F02-B88E-DD4F-B431-4A887EFE237F}" dt="2025-04-30T16:16:00.597" v="3303" actId="20577"/>
      <pc:docMkLst>
        <pc:docMk/>
      </pc:docMkLst>
      <pc:sldChg chg="del">
        <pc:chgData name="Powadi, Anirudha A [E CPE]" userId="9fbef89f-cf32-4252-a490-64855482fec0" providerId="ADAL" clId="{C8992F02-B88E-DD4F-B431-4A887EFE237F}" dt="2025-03-29T17:03:11.481" v="39" actId="2696"/>
        <pc:sldMkLst>
          <pc:docMk/>
          <pc:sldMk cId="4258957708" sldId="307"/>
        </pc:sldMkLst>
      </pc:sldChg>
      <pc:sldChg chg="del">
        <pc:chgData name="Powadi, Anirudha A [E CPE]" userId="9fbef89f-cf32-4252-a490-64855482fec0" providerId="ADAL" clId="{C8992F02-B88E-DD4F-B431-4A887EFE237F}" dt="2025-03-29T17:03:08.348" v="30" actId="2696"/>
        <pc:sldMkLst>
          <pc:docMk/>
          <pc:sldMk cId="3962934136" sldId="410"/>
        </pc:sldMkLst>
      </pc:sldChg>
      <pc:sldChg chg="addSp delSp modSp mod setClrOvrMap">
        <pc:chgData name="Powadi, Anirudha A [E CPE]" userId="9fbef89f-cf32-4252-a490-64855482fec0" providerId="ADAL" clId="{C8992F02-B88E-DD4F-B431-4A887EFE237F}" dt="2025-03-29T17:10:27.579" v="100" actId="26606"/>
        <pc:sldMkLst>
          <pc:docMk/>
          <pc:sldMk cId="400253112" sldId="1868"/>
        </pc:sldMkLst>
        <pc:spChg chg="mod">
          <ac:chgData name="Powadi, Anirudha A [E CPE]" userId="9fbef89f-cf32-4252-a490-64855482fec0" providerId="ADAL" clId="{C8992F02-B88E-DD4F-B431-4A887EFE237F}" dt="2025-03-29T17:10:27.579" v="100" actId="26606"/>
          <ac:spMkLst>
            <pc:docMk/>
            <pc:sldMk cId="400253112" sldId="1868"/>
            <ac:spMk id="2" creationId="{13466E78-1339-4657-9B71-01DA63A36DC0}"/>
          </ac:spMkLst>
        </pc:spChg>
        <pc:spChg chg="mod">
          <ac:chgData name="Powadi, Anirudha A [E CPE]" userId="9fbef89f-cf32-4252-a490-64855482fec0" providerId="ADAL" clId="{C8992F02-B88E-DD4F-B431-4A887EFE237F}" dt="2025-03-29T17:10:27.579" v="100" actId="26606"/>
          <ac:spMkLst>
            <pc:docMk/>
            <pc:sldMk cId="400253112" sldId="1868"/>
            <ac:spMk id="7" creationId="{6EADD9AF-3DA0-455A-90F4-2FB96A255499}"/>
          </ac:spMkLst>
        </pc:spChg>
        <pc:spChg chg="add">
          <ac:chgData name="Powadi, Anirudha A [E CPE]" userId="9fbef89f-cf32-4252-a490-64855482fec0" providerId="ADAL" clId="{C8992F02-B88E-DD4F-B431-4A887EFE237F}" dt="2025-03-29T17:10:27.579" v="100" actId="26606"/>
          <ac:spMkLst>
            <pc:docMk/>
            <pc:sldMk cId="400253112" sldId="1868"/>
            <ac:spMk id="37" creationId="{3A9C15D4-2EE7-4D05-B87C-91D1F3B9604B}"/>
          </ac:spMkLst>
        </pc:spChg>
        <pc:spChg chg="add">
          <ac:chgData name="Powadi, Anirudha A [E CPE]" userId="9fbef89f-cf32-4252-a490-64855482fec0" providerId="ADAL" clId="{C8992F02-B88E-DD4F-B431-4A887EFE237F}" dt="2025-03-29T17:10:27.579" v="100" actId="26606"/>
          <ac:spMkLst>
            <pc:docMk/>
            <pc:sldMk cId="400253112" sldId="1868"/>
            <ac:spMk id="39" creationId="{4ED7B0FB-9654-4441-9545-02D458B68620}"/>
          </ac:spMkLst>
        </pc:spChg>
        <pc:picChg chg="add">
          <ac:chgData name="Powadi, Anirudha A [E CPE]" userId="9fbef89f-cf32-4252-a490-64855482fec0" providerId="ADAL" clId="{C8992F02-B88E-DD4F-B431-4A887EFE237F}" dt="2025-03-29T17:10:27.579" v="100" actId="26606"/>
          <ac:picMkLst>
            <pc:docMk/>
            <pc:sldMk cId="400253112" sldId="1868"/>
            <ac:picMk id="41" creationId="{7BB94C57-FDF3-45A3-9D1F-904523D795D4}"/>
          </ac:picMkLst>
        </pc:picChg>
        <pc:picChg chg="add">
          <ac:chgData name="Powadi, Anirudha A [E CPE]" userId="9fbef89f-cf32-4252-a490-64855482fec0" providerId="ADAL" clId="{C8992F02-B88E-DD4F-B431-4A887EFE237F}" dt="2025-03-29T17:10:27.579" v="100" actId="26606"/>
          <ac:picMkLst>
            <pc:docMk/>
            <pc:sldMk cId="400253112" sldId="1868"/>
            <ac:picMk id="43" creationId="{6AEBDF1A-221A-4497-BBA9-57A70D161510}"/>
          </ac:picMkLst>
        </pc:picChg>
      </pc:sldChg>
      <pc:sldChg chg="del">
        <pc:chgData name="Powadi, Anirudha A [E CPE]" userId="9fbef89f-cf32-4252-a490-64855482fec0" providerId="ADAL" clId="{C8992F02-B88E-DD4F-B431-4A887EFE237F}" dt="2025-03-29T17:03:10.569" v="38" actId="2696"/>
        <pc:sldMkLst>
          <pc:docMk/>
          <pc:sldMk cId="1363315940" sldId="1980"/>
        </pc:sldMkLst>
      </pc:sldChg>
      <pc:sldChg chg="addSp delSp modSp mod">
        <pc:chgData name="Powadi, Anirudha A [E CPE]" userId="9fbef89f-cf32-4252-a490-64855482fec0" providerId="ADAL" clId="{C8992F02-B88E-DD4F-B431-4A887EFE237F}" dt="2025-03-29T17:11:48.207" v="109" actId="26606"/>
        <pc:sldMkLst>
          <pc:docMk/>
          <pc:sldMk cId="2287080123" sldId="2120"/>
        </pc:sldMkLst>
        <pc:spChg chg="mod">
          <ac:chgData name="Powadi, Anirudha A [E CPE]" userId="9fbef89f-cf32-4252-a490-64855482fec0" providerId="ADAL" clId="{C8992F02-B88E-DD4F-B431-4A887EFE237F}" dt="2025-03-29T17:11:48.207" v="109" actId="26606"/>
          <ac:spMkLst>
            <pc:docMk/>
            <pc:sldMk cId="2287080123" sldId="2120"/>
            <ac:spMk id="2" creationId="{FB3BAC62-6224-79C7-2CE8-298BBE63E22D}"/>
          </ac:spMkLst>
        </pc:spChg>
        <pc:spChg chg="mod">
          <ac:chgData name="Powadi, Anirudha A [E CPE]" userId="9fbef89f-cf32-4252-a490-64855482fec0" providerId="ADAL" clId="{C8992F02-B88E-DD4F-B431-4A887EFE237F}" dt="2025-03-29T17:11:48.207" v="109" actId="26606"/>
          <ac:spMkLst>
            <pc:docMk/>
            <pc:sldMk cId="2287080123" sldId="2120"/>
            <ac:spMk id="4" creationId="{C54DA54A-5B1C-5C91-0EE9-A7D1C012D6D1}"/>
          </ac:spMkLst>
        </pc:spChg>
        <pc:spChg chg="add">
          <ac:chgData name="Powadi, Anirudha A [E CPE]" userId="9fbef89f-cf32-4252-a490-64855482fec0" providerId="ADAL" clId="{C8992F02-B88E-DD4F-B431-4A887EFE237F}" dt="2025-03-29T17:11:48.207" v="109" actId="26606"/>
          <ac:spMkLst>
            <pc:docMk/>
            <pc:sldMk cId="2287080123" sldId="2120"/>
            <ac:spMk id="29" creationId="{3A9C15D4-2EE7-4D05-B87C-91D1F3B9604B}"/>
          </ac:spMkLst>
        </pc:spChg>
        <pc:spChg chg="add">
          <ac:chgData name="Powadi, Anirudha A [E CPE]" userId="9fbef89f-cf32-4252-a490-64855482fec0" providerId="ADAL" clId="{C8992F02-B88E-DD4F-B431-4A887EFE237F}" dt="2025-03-29T17:11:48.207" v="109" actId="26606"/>
          <ac:spMkLst>
            <pc:docMk/>
            <pc:sldMk cId="2287080123" sldId="2120"/>
            <ac:spMk id="31" creationId="{4ED7B0FB-9654-4441-9545-02D458B68620}"/>
          </ac:spMkLst>
        </pc:spChg>
        <pc:graphicFrameChg chg="add mod modGraphic">
          <ac:chgData name="Powadi, Anirudha A [E CPE]" userId="9fbef89f-cf32-4252-a490-64855482fec0" providerId="ADAL" clId="{C8992F02-B88E-DD4F-B431-4A887EFE237F}" dt="2025-03-29T17:11:48.207" v="109" actId="26606"/>
          <ac:graphicFrameMkLst>
            <pc:docMk/>
            <pc:sldMk cId="2287080123" sldId="2120"/>
            <ac:graphicFrameMk id="24" creationId="{14F2F325-5D42-99ED-345D-3B0FFF2F366B}"/>
          </ac:graphicFrameMkLst>
        </pc:graphicFrameChg>
        <pc:picChg chg="add">
          <ac:chgData name="Powadi, Anirudha A [E CPE]" userId="9fbef89f-cf32-4252-a490-64855482fec0" providerId="ADAL" clId="{C8992F02-B88E-DD4F-B431-4A887EFE237F}" dt="2025-03-29T17:11:48.207" v="109" actId="26606"/>
          <ac:picMkLst>
            <pc:docMk/>
            <pc:sldMk cId="2287080123" sldId="2120"/>
            <ac:picMk id="33" creationId="{7BB94C57-FDF3-45A3-9D1F-904523D795D4}"/>
          </ac:picMkLst>
        </pc:picChg>
        <pc:picChg chg="add">
          <ac:chgData name="Powadi, Anirudha A [E CPE]" userId="9fbef89f-cf32-4252-a490-64855482fec0" providerId="ADAL" clId="{C8992F02-B88E-DD4F-B431-4A887EFE237F}" dt="2025-03-29T17:11:48.207" v="109" actId="26606"/>
          <ac:picMkLst>
            <pc:docMk/>
            <pc:sldMk cId="2287080123" sldId="2120"/>
            <ac:picMk id="35" creationId="{6AEBDF1A-221A-4497-BBA9-57A70D161510}"/>
          </ac:picMkLst>
        </pc:picChg>
      </pc:sldChg>
      <pc:sldChg chg="addSp delSp modSp add mod ord setBg delDesignElem">
        <pc:chgData name="Powadi, Anirudha A [E CPE]" userId="9fbef89f-cf32-4252-a490-64855482fec0" providerId="ADAL" clId="{C8992F02-B88E-DD4F-B431-4A887EFE237F}" dt="2025-04-11T15:40:08.802" v="649" actId="20577"/>
        <pc:sldMkLst>
          <pc:docMk/>
          <pc:sldMk cId="3897880668" sldId="2121"/>
        </pc:sldMkLst>
        <pc:spChg chg="mod">
          <ac:chgData name="Powadi, Anirudha A [E CPE]" userId="9fbef89f-cf32-4252-a490-64855482fec0" providerId="ADAL" clId="{C8992F02-B88E-DD4F-B431-4A887EFE237F}" dt="2025-03-29T17:11:38.385" v="108" actId="26606"/>
          <ac:spMkLst>
            <pc:docMk/>
            <pc:sldMk cId="3897880668" sldId="2121"/>
            <ac:spMk id="2" creationId="{29F98619-51B4-1023-4A6A-2B5B02E38372}"/>
          </ac:spMkLst>
        </pc:spChg>
        <pc:spChg chg="mod">
          <ac:chgData name="Powadi, Anirudha A [E CPE]" userId="9fbef89f-cf32-4252-a490-64855482fec0" providerId="ADAL" clId="{C8992F02-B88E-DD4F-B431-4A887EFE237F}" dt="2025-03-29T17:11:38.385" v="108" actId="26606"/>
          <ac:spMkLst>
            <pc:docMk/>
            <pc:sldMk cId="3897880668" sldId="2121"/>
            <ac:spMk id="4" creationId="{F93F3A54-E912-8599-28FC-B45F7C2C0242}"/>
          </ac:spMkLst>
        </pc:spChg>
        <pc:spChg chg="mod">
          <ac:chgData name="Powadi, Anirudha A [E CPE]" userId="9fbef89f-cf32-4252-a490-64855482fec0" providerId="ADAL" clId="{C8992F02-B88E-DD4F-B431-4A887EFE237F}" dt="2025-03-29T17:09:51.260" v="98" actId="26606"/>
          <ac:spMkLst>
            <pc:docMk/>
            <pc:sldMk cId="3897880668" sldId="2121"/>
            <ac:spMk id="5" creationId="{07F62CDE-6609-C5EF-B49B-F5718066CC6B}"/>
          </ac:spMkLst>
        </pc:spChg>
        <pc:spChg chg="add">
          <ac:chgData name="Powadi, Anirudha A [E CPE]" userId="9fbef89f-cf32-4252-a490-64855482fec0" providerId="ADAL" clId="{C8992F02-B88E-DD4F-B431-4A887EFE237F}" dt="2025-03-29T17:11:38.385" v="108" actId="26606"/>
          <ac:spMkLst>
            <pc:docMk/>
            <pc:sldMk cId="3897880668" sldId="2121"/>
            <ac:spMk id="26" creationId="{3A9C15D4-2EE7-4D05-B87C-91D1F3B9604B}"/>
          </ac:spMkLst>
        </pc:spChg>
        <pc:spChg chg="add">
          <ac:chgData name="Powadi, Anirudha A [E CPE]" userId="9fbef89f-cf32-4252-a490-64855482fec0" providerId="ADAL" clId="{C8992F02-B88E-DD4F-B431-4A887EFE237F}" dt="2025-03-29T17:11:38.385" v="108" actId="26606"/>
          <ac:spMkLst>
            <pc:docMk/>
            <pc:sldMk cId="3897880668" sldId="2121"/>
            <ac:spMk id="28" creationId="{4ED7B0FB-9654-4441-9545-02D458B68620}"/>
          </ac:spMkLst>
        </pc:spChg>
        <pc:graphicFrameChg chg="add mod modGraphic">
          <ac:chgData name="Powadi, Anirudha A [E CPE]" userId="9fbef89f-cf32-4252-a490-64855482fec0" providerId="ADAL" clId="{C8992F02-B88E-DD4F-B431-4A887EFE237F}" dt="2025-04-11T15:40:08.802" v="649" actId="20577"/>
          <ac:graphicFrameMkLst>
            <pc:docMk/>
            <pc:sldMk cId="3897880668" sldId="2121"/>
            <ac:graphicFrameMk id="21" creationId="{DAE36A8D-A2CE-57C4-AEE5-435755E7E0B1}"/>
          </ac:graphicFrameMkLst>
        </pc:graphicFrameChg>
        <pc:picChg chg="add">
          <ac:chgData name="Powadi, Anirudha A [E CPE]" userId="9fbef89f-cf32-4252-a490-64855482fec0" providerId="ADAL" clId="{C8992F02-B88E-DD4F-B431-4A887EFE237F}" dt="2025-03-29T17:11:38.385" v="108" actId="26606"/>
          <ac:picMkLst>
            <pc:docMk/>
            <pc:sldMk cId="3897880668" sldId="2121"/>
            <ac:picMk id="30" creationId="{7BB94C57-FDF3-45A3-9D1F-904523D795D4}"/>
          </ac:picMkLst>
        </pc:picChg>
        <pc:picChg chg="add">
          <ac:chgData name="Powadi, Anirudha A [E CPE]" userId="9fbef89f-cf32-4252-a490-64855482fec0" providerId="ADAL" clId="{C8992F02-B88E-DD4F-B431-4A887EFE237F}" dt="2025-03-29T17:11:38.385" v="108" actId="26606"/>
          <ac:picMkLst>
            <pc:docMk/>
            <pc:sldMk cId="3897880668" sldId="2121"/>
            <ac:picMk id="32" creationId="{6AEBDF1A-221A-4497-BBA9-57A70D161510}"/>
          </ac:picMkLst>
        </pc:picChg>
      </pc:sldChg>
      <pc:sldChg chg="del">
        <pc:chgData name="Powadi, Anirudha A [E CPE]" userId="9fbef89f-cf32-4252-a490-64855482fec0" providerId="ADAL" clId="{C8992F02-B88E-DD4F-B431-4A887EFE237F}" dt="2025-03-29T17:03:08.149" v="29" actId="2696"/>
        <pc:sldMkLst>
          <pc:docMk/>
          <pc:sldMk cId="2466899304" sldId="2123"/>
        </pc:sldMkLst>
      </pc:sldChg>
      <pc:sldChg chg="del">
        <pc:chgData name="Powadi, Anirudha A [E CPE]" userId="9fbef89f-cf32-4252-a490-64855482fec0" providerId="ADAL" clId="{C8992F02-B88E-DD4F-B431-4A887EFE237F}" dt="2025-03-29T17:03:08.673" v="31" actId="2696"/>
        <pc:sldMkLst>
          <pc:docMk/>
          <pc:sldMk cId="2876047611" sldId="2124"/>
        </pc:sldMkLst>
      </pc:sldChg>
      <pc:sldChg chg="del">
        <pc:chgData name="Powadi, Anirudha A [E CPE]" userId="9fbef89f-cf32-4252-a490-64855482fec0" providerId="ADAL" clId="{C8992F02-B88E-DD4F-B431-4A887EFE237F}" dt="2025-03-29T17:03:08.901" v="32" actId="2696"/>
        <pc:sldMkLst>
          <pc:docMk/>
          <pc:sldMk cId="2970446908" sldId="2125"/>
        </pc:sldMkLst>
      </pc:sldChg>
      <pc:sldChg chg="del">
        <pc:chgData name="Powadi, Anirudha A [E CPE]" userId="9fbef89f-cf32-4252-a490-64855482fec0" providerId="ADAL" clId="{C8992F02-B88E-DD4F-B431-4A887EFE237F}" dt="2025-03-29T17:03:09.119" v="33" actId="2696"/>
        <pc:sldMkLst>
          <pc:docMk/>
          <pc:sldMk cId="1574459319" sldId="2126"/>
        </pc:sldMkLst>
      </pc:sldChg>
      <pc:sldChg chg="del">
        <pc:chgData name="Powadi, Anirudha A [E CPE]" userId="9fbef89f-cf32-4252-a490-64855482fec0" providerId="ADAL" clId="{C8992F02-B88E-DD4F-B431-4A887EFE237F}" dt="2025-03-29T17:03:10.262" v="37" actId="2696"/>
        <pc:sldMkLst>
          <pc:docMk/>
          <pc:sldMk cId="1352370388" sldId="2127"/>
        </pc:sldMkLst>
      </pc:sldChg>
      <pc:sldChg chg="del">
        <pc:chgData name="Powadi, Anirudha A [E CPE]" userId="9fbef89f-cf32-4252-a490-64855482fec0" providerId="ADAL" clId="{C8992F02-B88E-DD4F-B431-4A887EFE237F}" dt="2025-03-29T17:03:09.732" v="35" actId="2696"/>
        <pc:sldMkLst>
          <pc:docMk/>
          <pc:sldMk cId="842936472" sldId="2128"/>
        </pc:sldMkLst>
      </pc:sldChg>
      <pc:sldChg chg="del">
        <pc:chgData name="Powadi, Anirudha A [E CPE]" userId="9fbef89f-cf32-4252-a490-64855482fec0" providerId="ADAL" clId="{C8992F02-B88E-DD4F-B431-4A887EFE237F}" dt="2025-03-29T17:03:09.488" v="34" actId="2696"/>
        <pc:sldMkLst>
          <pc:docMk/>
          <pc:sldMk cId="1421093953" sldId="2129"/>
        </pc:sldMkLst>
      </pc:sldChg>
      <pc:sldChg chg="modSp add del mod">
        <pc:chgData name="Powadi, Anirudha A [E CPE]" userId="9fbef89f-cf32-4252-a490-64855482fec0" providerId="ADAL" clId="{C8992F02-B88E-DD4F-B431-4A887EFE237F}" dt="2025-03-29T17:12:17.077" v="111" actId="2696"/>
        <pc:sldMkLst>
          <pc:docMk/>
          <pc:sldMk cId="3944602479" sldId="2130"/>
        </pc:sldMkLst>
      </pc:sldChg>
      <pc:sldChg chg="del">
        <pc:chgData name="Powadi, Anirudha A [E CPE]" userId="9fbef89f-cf32-4252-a490-64855482fec0" providerId="ADAL" clId="{C8992F02-B88E-DD4F-B431-4A887EFE237F}" dt="2025-03-29T17:03:07.930" v="28" actId="2696"/>
        <pc:sldMkLst>
          <pc:docMk/>
          <pc:sldMk cId="3640806828" sldId="2131"/>
        </pc:sldMkLst>
      </pc:sldChg>
      <pc:sldChg chg="del">
        <pc:chgData name="Powadi, Anirudha A [E CPE]" userId="9fbef89f-cf32-4252-a490-64855482fec0" providerId="ADAL" clId="{C8992F02-B88E-DD4F-B431-4A887EFE237F}" dt="2025-03-29T17:03:09.998" v="36" actId="2696"/>
        <pc:sldMkLst>
          <pc:docMk/>
          <pc:sldMk cId="1906618887" sldId="2132"/>
        </pc:sldMkLst>
      </pc:sldChg>
      <pc:sldChg chg="addSp delSp modSp add mod setBg">
        <pc:chgData name="Powadi, Anirudha A [E CPE]" userId="9fbef89f-cf32-4252-a490-64855482fec0" providerId="ADAL" clId="{C8992F02-B88E-DD4F-B431-4A887EFE237F}" dt="2025-04-27T03:47:54.829" v="3248" actId="20577"/>
        <pc:sldMkLst>
          <pc:docMk/>
          <pc:sldMk cId="3116555732" sldId="2133"/>
        </pc:sldMkLst>
        <pc:spChg chg="mod ord">
          <ac:chgData name="Powadi, Anirudha A [E CPE]" userId="9fbef89f-cf32-4252-a490-64855482fec0" providerId="ADAL" clId="{C8992F02-B88E-DD4F-B431-4A887EFE237F}" dt="2025-03-29T17:14:55.010" v="129" actId="26606"/>
          <ac:spMkLst>
            <pc:docMk/>
            <pc:sldMk cId="3116555732" sldId="2133"/>
            <ac:spMk id="2" creationId="{BEBF1DE6-2C22-B90B-0F56-8DEE2B2450FA}"/>
          </ac:spMkLst>
        </pc:spChg>
        <pc:spChg chg="mod ord">
          <ac:chgData name="Powadi, Anirudha A [E CPE]" userId="9fbef89f-cf32-4252-a490-64855482fec0" providerId="ADAL" clId="{C8992F02-B88E-DD4F-B431-4A887EFE237F}" dt="2025-03-29T17:14:55.010" v="129" actId="26606"/>
          <ac:spMkLst>
            <pc:docMk/>
            <pc:sldMk cId="3116555732" sldId="2133"/>
            <ac:spMk id="4" creationId="{37DDC048-077B-5108-EED9-C0DE0D25E97E}"/>
          </ac:spMkLst>
        </pc:spChg>
        <pc:spChg chg="mod">
          <ac:chgData name="Powadi, Anirudha A [E CPE]" userId="9fbef89f-cf32-4252-a490-64855482fec0" providerId="ADAL" clId="{C8992F02-B88E-DD4F-B431-4A887EFE237F}" dt="2025-03-29T17:14:55.010" v="129" actId="26606"/>
          <ac:spMkLst>
            <pc:docMk/>
            <pc:sldMk cId="3116555732" sldId="2133"/>
            <ac:spMk id="6" creationId="{0040B639-361D-99F6-935E-CD5BFF3479A9}"/>
          </ac:spMkLst>
        </pc:spChg>
        <pc:spChg chg="add">
          <ac:chgData name="Powadi, Anirudha A [E CPE]" userId="9fbef89f-cf32-4252-a490-64855482fec0" providerId="ADAL" clId="{C8992F02-B88E-DD4F-B431-4A887EFE237F}" dt="2025-03-29T17:14:55.010" v="129" actId="26606"/>
          <ac:spMkLst>
            <pc:docMk/>
            <pc:sldMk cId="3116555732" sldId="2133"/>
            <ac:spMk id="34" creationId="{446F2B05-D14A-46C1-B94D-81BAFA34CA8C}"/>
          </ac:spMkLst>
        </pc:spChg>
        <pc:graphicFrameChg chg="add mod modGraphic">
          <ac:chgData name="Powadi, Anirudha A [E CPE]" userId="9fbef89f-cf32-4252-a490-64855482fec0" providerId="ADAL" clId="{C8992F02-B88E-DD4F-B431-4A887EFE237F}" dt="2025-04-27T03:47:54.829" v="3248" actId="20577"/>
          <ac:graphicFrameMkLst>
            <pc:docMk/>
            <pc:sldMk cId="3116555732" sldId="2133"/>
            <ac:graphicFrameMk id="8" creationId="{A21A5820-4C2B-1D84-4919-2387729AAECB}"/>
          </ac:graphicFrameMkLst>
        </pc:graphicFrameChg>
        <pc:picChg chg="add mod ord">
          <ac:chgData name="Powadi, Anirudha A [E CPE]" userId="9fbef89f-cf32-4252-a490-64855482fec0" providerId="ADAL" clId="{C8992F02-B88E-DD4F-B431-4A887EFE237F}" dt="2025-03-29T17:14:55.010" v="129" actId="26606"/>
          <ac:picMkLst>
            <pc:docMk/>
            <pc:sldMk cId="3116555732" sldId="2133"/>
            <ac:picMk id="9" creationId="{83B1EDE0-5060-4F63-9403-0DFB34604446}"/>
          </ac:picMkLst>
        </pc:picChg>
        <pc:picChg chg="add">
          <ac:chgData name="Powadi, Anirudha A [E CPE]" userId="9fbef89f-cf32-4252-a490-64855482fec0" providerId="ADAL" clId="{C8992F02-B88E-DD4F-B431-4A887EFE237F}" dt="2025-03-29T17:14:55.010" v="129" actId="26606"/>
          <ac:picMkLst>
            <pc:docMk/>
            <pc:sldMk cId="3116555732" sldId="2133"/>
            <ac:picMk id="36" creationId="{DC21F734-A85A-4FEA-8CB8-6C72B8195C37}"/>
          </ac:picMkLst>
        </pc:picChg>
      </pc:sldChg>
      <pc:sldChg chg="addSp delSp modSp add mod ord setBg">
        <pc:chgData name="Powadi, Anirudha A [E CPE]" userId="9fbef89f-cf32-4252-a490-64855482fec0" providerId="ADAL" clId="{C8992F02-B88E-DD4F-B431-4A887EFE237F}" dt="2025-03-29T17:11:22.186" v="107" actId="26606"/>
        <pc:sldMkLst>
          <pc:docMk/>
          <pc:sldMk cId="1083401492" sldId="2141"/>
        </pc:sldMkLst>
        <pc:spChg chg="mod">
          <ac:chgData name="Powadi, Anirudha A [E CPE]" userId="9fbef89f-cf32-4252-a490-64855482fec0" providerId="ADAL" clId="{C8992F02-B88E-DD4F-B431-4A887EFE237F}" dt="2025-03-29T17:11:22.186" v="107" actId="26606"/>
          <ac:spMkLst>
            <pc:docMk/>
            <pc:sldMk cId="1083401492" sldId="2141"/>
            <ac:spMk id="2" creationId="{94765F67-144F-B275-2FE2-944DF3519540}"/>
          </ac:spMkLst>
        </pc:spChg>
        <pc:spChg chg="mod">
          <ac:chgData name="Powadi, Anirudha A [E CPE]" userId="9fbef89f-cf32-4252-a490-64855482fec0" providerId="ADAL" clId="{C8992F02-B88E-DD4F-B431-4A887EFE237F}" dt="2025-03-29T17:11:22.186" v="107" actId="26606"/>
          <ac:spMkLst>
            <pc:docMk/>
            <pc:sldMk cId="1083401492" sldId="2141"/>
            <ac:spMk id="3" creationId="{4891F186-D354-05BB-596F-BCD42E57619D}"/>
          </ac:spMkLst>
        </pc:spChg>
        <pc:spChg chg="mod">
          <ac:chgData name="Powadi, Anirudha A [E CPE]" userId="9fbef89f-cf32-4252-a490-64855482fec0" providerId="ADAL" clId="{C8992F02-B88E-DD4F-B431-4A887EFE237F}" dt="2025-03-29T17:11:22.186" v="107" actId="26606"/>
          <ac:spMkLst>
            <pc:docMk/>
            <pc:sldMk cId="1083401492" sldId="2141"/>
            <ac:spMk id="4" creationId="{A196F6C6-615B-B6D4-FB73-7D44A93FBEBE}"/>
          </ac:spMkLst>
        </pc:spChg>
        <pc:spChg chg="add">
          <ac:chgData name="Powadi, Anirudha A [E CPE]" userId="9fbef89f-cf32-4252-a490-64855482fec0" providerId="ADAL" clId="{C8992F02-B88E-DD4F-B431-4A887EFE237F}" dt="2025-03-29T17:11:22.186" v="107" actId="26606"/>
          <ac:spMkLst>
            <pc:docMk/>
            <pc:sldMk cId="1083401492" sldId="2141"/>
            <ac:spMk id="29" creationId="{3A9C15D4-2EE7-4D05-B87C-91D1F3B9604B}"/>
          </ac:spMkLst>
        </pc:spChg>
        <pc:spChg chg="add">
          <ac:chgData name="Powadi, Anirudha A [E CPE]" userId="9fbef89f-cf32-4252-a490-64855482fec0" providerId="ADAL" clId="{C8992F02-B88E-DD4F-B431-4A887EFE237F}" dt="2025-03-29T17:11:22.186" v="107" actId="26606"/>
          <ac:spMkLst>
            <pc:docMk/>
            <pc:sldMk cId="1083401492" sldId="2141"/>
            <ac:spMk id="30" creationId="{4ED7B0FB-9654-4441-9545-02D458B68620}"/>
          </ac:spMkLst>
        </pc:spChg>
        <pc:picChg chg="add">
          <ac:chgData name="Powadi, Anirudha A [E CPE]" userId="9fbef89f-cf32-4252-a490-64855482fec0" providerId="ADAL" clId="{C8992F02-B88E-DD4F-B431-4A887EFE237F}" dt="2025-03-29T17:11:22.186" v="107" actId="26606"/>
          <ac:picMkLst>
            <pc:docMk/>
            <pc:sldMk cId="1083401492" sldId="2141"/>
            <ac:picMk id="27" creationId="{7407B0FF-43E0-4B2E-B48B-C2A472D103F9}"/>
          </ac:picMkLst>
        </pc:picChg>
        <pc:picChg chg="add">
          <ac:chgData name="Powadi, Anirudha A [E CPE]" userId="9fbef89f-cf32-4252-a490-64855482fec0" providerId="ADAL" clId="{C8992F02-B88E-DD4F-B431-4A887EFE237F}" dt="2025-03-29T17:11:22.186" v="107" actId="26606"/>
          <ac:picMkLst>
            <pc:docMk/>
            <pc:sldMk cId="1083401492" sldId="2141"/>
            <ac:picMk id="28" creationId="{7CAC6C18-4147-48ED-8B6A-19B3E0D89163}"/>
          </ac:picMkLst>
        </pc:picChg>
        <pc:picChg chg="add">
          <ac:chgData name="Powadi, Anirudha A [E CPE]" userId="9fbef89f-cf32-4252-a490-64855482fec0" providerId="ADAL" clId="{C8992F02-B88E-DD4F-B431-4A887EFE237F}" dt="2025-03-29T17:11:22.186" v="107" actId="26606"/>
          <ac:picMkLst>
            <pc:docMk/>
            <pc:sldMk cId="1083401492" sldId="2141"/>
            <ac:picMk id="31" creationId="{7BB94C57-FDF3-45A3-9D1F-904523D795D4}"/>
          </ac:picMkLst>
        </pc:picChg>
        <pc:picChg chg="add">
          <ac:chgData name="Powadi, Anirudha A [E CPE]" userId="9fbef89f-cf32-4252-a490-64855482fec0" providerId="ADAL" clId="{C8992F02-B88E-DD4F-B431-4A887EFE237F}" dt="2025-03-29T17:11:22.186" v="107" actId="26606"/>
          <ac:picMkLst>
            <pc:docMk/>
            <pc:sldMk cId="1083401492" sldId="2141"/>
            <ac:picMk id="32" creationId="{6AEBDF1A-221A-4497-BBA9-57A70D161510}"/>
          </ac:picMkLst>
        </pc:picChg>
      </pc:sldChg>
      <pc:sldChg chg="addSp delSp modSp new mod setBg">
        <pc:chgData name="Powadi, Anirudha A [E CPE]" userId="9fbef89f-cf32-4252-a490-64855482fec0" providerId="ADAL" clId="{C8992F02-B88E-DD4F-B431-4A887EFE237F}" dt="2025-04-11T15:45:39.078" v="659" actId="255"/>
        <pc:sldMkLst>
          <pc:docMk/>
          <pc:sldMk cId="3396536022" sldId="2142"/>
        </pc:sldMkLst>
        <pc:spChg chg="add del mod ord">
          <ac:chgData name="Powadi, Anirudha A [E CPE]" userId="9fbef89f-cf32-4252-a490-64855482fec0" providerId="ADAL" clId="{C8992F02-B88E-DD4F-B431-4A887EFE237F}" dt="2025-04-11T15:45:39.078" v="659" actId="255"/>
          <ac:spMkLst>
            <pc:docMk/>
            <pc:sldMk cId="3396536022" sldId="2142"/>
            <ac:spMk id="2" creationId="{B7DB8AB7-B3E1-8504-FB0A-CCC78EFC8E9C}"/>
          </ac:spMkLst>
        </pc:spChg>
        <pc:spChg chg="mod ord">
          <ac:chgData name="Powadi, Anirudha A [E CPE]" userId="9fbef89f-cf32-4252-a490-64855482fec0" providerId="ADAL" clId="{C8992F02-B88E-DD4F-B431-4A887EFE237F}" dt="2025-03-29T17:19:49.126" v="233" actId="26606"/>
          <ac:spMkLst>
            <pc:docMk/>
            <pc:sldMk cId="3396536022" sldId="2142"/>
            <ac:spMk id="4" creationId="{5A5D34F2-352F-A5D5-FFF5-29E686F4F335}"/>
          </ac:spMkLst>
        </pc:spChg>
        <pc:spChg chg="mod">
          <ac:chgData name="Powadi, Anirudha A [E CPE]" userId="9fbef89f-cf32-4252-a490-64855482fec0" providerId="ADAL" clId="{C8992F02-B88E-DD4F-B431-4A887EFE237F}" dt="2025-03-29T17:19:49.126" v="233" actId="26606"/>
          <ac:spMkLst>
            <pc:docMk/>
            <pc:sldMk cId="3396536022" sldId="2142"/>
            <ac:spMk id="5" creationId="{D39FA151-76A3-736E-4B4E-877252E41773}"/>
          </ac:spMkLst>
        </pc:spChg>
        <pc:spChg chg="add">
          <ac:chgData name="Powadi, Anirudha A [E CPE]" userId="9fbef89f-cf32-4252-a490-64855482fec0" providerId="ADAL" clId="{C8992F02-B88E-DD4F-B431-4A887EFE237F}" dt="2025-03-29T17:19:49.126" v="233" actId="26606"/>
          <ac:spMkLst>
            <pc:docMk/>
            <pc:sldMk cId="3396536022" sldId="2142"/>
            <ac:spMk id="11" creationId="{3A9C15D4-2EE7-4D05-B87C-91D1F3B9604B}"/>
          </ac:spMkLst>
        </pc:spChg>
        <pc:spChg chg="add">
          <ac:chgData name="Powadi, Anirudha A [E CPE]" userId="9fbef89f-cf32-4252-a490-64855482fec0" providerId="ADAL" clId="{C8992F02-B88E-DD4F-B431-4A887EFE237F}" dt="2025-03-29T17:19:49.126" v="233" actId="26606"/>
          <ac:spMkLst>
            <pc:docMk/>
            <pc:sldMk cId="3396536022" sldId="2142"/>
            <ac:spMk id="13" creationId="{4ED7B0FB-9654-4441-9545-02D458B68620}"/>
          </ac:spMkLst>
        </pc:spChg>
        <pc:graphicFrameChg chg="add">
          <ac:chgData name="Powadi, Anirudha A [E CPE]" userId="9fbef89f-cf32-4252-a490-64855482fec0" providerId="ADAL" clId="{C8992F02-B88E-DD4F-B431-4A887EFE237F}" dt="2025-03-29T17:19:49.126" v="233" actId="26606"/>
          <ac:graphicFrameMkLst>
            <pc:docMk/>
            <pc:sldMk cId="3396536022" sldId="2142"/>
            <ac:graphicFrameMk id="16" creationId="{4FF90BD8-0660-206E-8702-575DDD495606}"/>
          </ac:graphicFrameMkLst>
        </pc:graphicFrameChg>
        <pc:picChg chg="add">
          <ac:chgData name="Powadi, Anirudha A [E CPE]" userId="9fbef89f-cf32-4252-a490-64855482fec0" providerId="ADAL" clId="{C8992F02-B88E-DD4F-B431-4A887EFE237F}" dt="2025-03-29T17:19:49.126" v="233" actId="26606"/>
          <ac:picMkLst>
            <pc:docMk/>
            <pc:sldMk cId="3396536022" sldId="2142"/>
            <ac:picMk id="15" creationId="{7BB94C57-FDF3-45A3-9D1F-904523D795D4}"/>
          </ac:picMkLst>
        </pc:picChg>
        <pc:picChg chg="add">
          <ac:chgData name="Powadi, Anirudha A [E CPE]" userId="9fbef89f-cf32-4252-a490-64855482fec0" providerId="ADAL" clId="{C8992F02-B88E-DD4F-B431-4A887EFE237F}" dt="2025-03-29T17:19:49.126" v="233" actId="26606"/>
          <ac:picMkLst>
            <pc:docMk/>
            <pc:sldMk cId="3396536022" sldId="2142"/>
            <ac:picMk id="17" creationId="{6AEBDF1A-221A-4497-BBA9-57A70D161510}"/>
          </ac:picMkLst>
        </pc:picChg>
      </pc:sldChg>
      <pc:sldChg chg="addSp delSp modSp new mod setBg">
        <pc:chgData name="Powadi, Anirudha A [E CPE]" userId="9fbef89f-cf32-4252-a490-64855482fec0" providerId="ADAL" clId="{C8992F02-B88E-DD4F-B431-4A887EFE237F}" dt="2025-04-11T15:45:53.297" v="661" actId="14100"/>
        <pc:sldMkLst>
          <pc:docMk/>
          <pc:sldMk cId="820699255" sldId="2143"/>
        </pc:sldMkLst>
        <pc:spChg chg="mod">
          <ac:chgData name="Powadi, Anirudha A [E CPE]" userId="9fbef89f-cf32-4252-a490-64855482fec0" providerId="ADAL" clId="{C8992F02-B88E-DD4F-B431-4A887EFE237F}" dt="2025-04-11T15:45:53.297" v="661" actId="14100"/>
          <ac:spMkLst>
            <pc:docMk/>
            <pc:sldMk cId="820699255" sldId="2143"/>
            <ac:spMk id="2" creationId="{384FB78B-D48E-F732-33F7-C74A8A4E97A3}"/>
          </ac:spMkLst>
        </pc:spChg>
        <pc:spChg chg="mod">
          <ac:chgData name="Powadi, Anirudha A [E CPE]" userId="9fbef89f-cf32-4252-a490-64855482fec0" providerId="ADAL" clId="{C8992F02-B88E-DD4F-B431-4A887EFE237F}" dt="2025-03-29T17:22:50.076" v="389" actId="26606"/>
          <ac:spMkLst>
            <pc:docMk/>
            <pc:sldMk cId="820699255" sldId="2143"/>
            <ac:spMk id="4" creationId="{0633BDAB-CBFD-D45F-A325-AB6A34CD03A7}"/>
          </ac:spMkLst>
        </pc:spChg>
        <pc:spChg chg="mod">
          <ac:chgData name="Powadi, Anirudha A [E CPE]" userId="9fbef89f-cf32-4252-a490-64855482fec0" providerId="ADAL" clId="{C8992F02-B88E-DD4F-B431-4A887EFE237F}" dt="2025-03-29T17:22:50.076" v="389" actId="26606"/>
          <ac:spMkLst>
            <pc:docMk/>
            <pc:sldMk cId="820699255" sldId="2143"/>
            <ac:spMk id="5" creationId="{E47916DE-E25C-6511-B6B0-F87DDD365203}"/>
          </ac:spMkLst>
        </pc:spChg>
        <pc:spChg chg="add">
          <ac:chgData name="Powadi, Anirudha A [E CPE]" userId="9fbef89f-cf32-4252-a490-64855482fec0" providerId="ADAL" clId="{C8992F02-B88E-DD4F-B431-4A887EFE237F}" dt="2025-03-29T17:22:50.076" v="389" actId="26606"/>
          <ac:spMkLst>
            <pc:docMk/>
            <pc:sldMk cId="820699255" sldId="2143"/>
            <ac:spMk id="11" creationId="{3A9C15D4-2EE7-4D05-B87C-91D1F3B9604B}"/>
          </ac:spMkLst>
        </pc:spChg>
        <pc:spChg chg="add">
          <ac:chgData name="Powadi, Anirudha A [E CPE]" userId="9fbef89f-cf32-4252-a490-64855482fec0" providerId="ADAL" clId="{C8992F02-B88E-DD4F-B431-4A887EFE237F}" dt="2025-03-29T17:22:50.076" v="389" actId="26606"/>
          <ac:spMkLst>
            <pc:docMk/>
            <pc:sldMk cId="820699255" sldId="2143"/>
            <ac:spMk id="13" creationId="{4ED7B0FB-9654-4441-9545-02D458B68620}"/>
          </ac:spMkLst>
        </pc:spChg>
        <pc:graphicFrameChg chg="add mod">
          <ac:chgData name="Powadi, Anirudha A [E CPE]" userId="9fbef89f-cf32-4252-a490-64855482fec0" providerId="ADAL" clId="{C8992F02-B88E-DD4F-B431-4A887EFE237F}" dt="2025-04-11T15:42:12.280" v="655" actId="20577"/>
          <ac:graphicFrameMkLst>
            <pc:docMk/>
            <pc:sldMk cId="820699255" sldId="2143"/>
            <ac:graphicFrameMk id="7" creationId="{1CA32D66-95A9-C1E8-58C4-E6DB61239B5A}"/>
          </ac:graphicFrameMkLst>
        </pc:graphicFrameChg>
        <pc:picChg chg="add">
          <ac:chgData name="Powadi, Anirudha A [E CPE]" userId="9fbef89f-cf32-4252-a490-64855482fec0" providerId="ADAL" clId="{C8992F02-B88E-DD4F-B431-4A887EFE237F}" dt="2025-03-29T17:22:50.076" v="389" actId="26606"/>
          <ac:picMkLst>
            <pc:docMk/>
            <pc:sldMk cId="820699255" sldId="2143"/>
            <ac:picMk id="15" creationId="{7BB94C57-FDF3-45A3-9D1F-904523D795D4}"/>
          </ac:picMkLst>
        </pc:picChg>
        <pc:picChg chg="add">
          <ac:chgData name="Powadi, Anirudha A [E CPE]" userId="9fbef89f-cf32-4252-a490-64855482fec0" providerId="ADAL" clId="{C8992F02-B88E-DD4F-B431-4A887EFE237F}" dt="2025-03-29T17:22:50.076" v="389" actId="26606"/>
          <ac:picMkLst>
            <pc:docMk/>
            <pc:sldMk cId="820699255" sldId="2143"/>
            <ac:picMk id="17" creationId="{6AEBDF1A-221A-4497-BBA9-57A70D161510}"/>
          </ac:picMkLst>
        </pc:picChg>
      </pc:sldChg>
      <pc:sldChg chg="addSp delSp modSp new mod setBg">
        <pc:chgData name="Powadi, Anirudha A [E CPE]" userId="9fbef89f-cf32-4252-a490-64855482fec0" providerId="ADAL" clId="{C8992F02-B88E-DD4F-B431-4A887EFE237F}" dt="2025-04-27T00:42:54.232" v="2928" actId="1076"/>
        <pc:sldMkLst>
          <pc:docMk/>
          <pc:sldMk cId="2479521496" sldId="2144"/>
        </pc:sldMkLst>
        <pc:spChg chg="mod">
          <ac:chgData name="Powadi, Anirudha A [E CPE]" userId="9fbef89f-cf32-4252-a490-64855482fec0" providerId="ADAL" clId="{C8992F02-B88E-DD4F-B431-4A887EFE237F}" dt="2025-04-11T15:46:10.844" v="664" actId="14100"/>
          <ac:spMkLst>
            <pc:docMk/>
            <pc:sldMk cId="2479521496" sldId="2144"/>
            <ac:spMk id="2" creationId="{53956829-3015-C5A4-EF6E-957461EE5C71}"/>
          </ac:spMkLst>
        </pc:spChg>
        <pc:spChg chg="add mod">
          <ac:chgData name="Powadi, Anirudha A [E CPE]" userId="9fbef89f-cf32-4252-a490-64855482fec0" providerId="ADAL" clId="{C8992F02-B88E-DD4F-B431-4A887EFE237F}" dt="2025-04-27T00:42:54.232" v="2928" actId="1076"/>
          <ac:spMkLst>
            <pc:docMk/>
            <pc:sldMk cId="2479521496" sldId="2144"/>
            <ac:spMk id="3" creationId="{398F3480-436C-C7FA-E609-DA3B9DE6AF1D}"/>
          </ac:spMkLst>
        </pc:spChg>
        <pc:spChg chg="mod">
          <ac:chgData name="Powadi, Anirudha A [E CPE]" userId="9fbef89f-cf32-4252-a490-64855482fec0" providerId="ADAL" clId="{C8992F02-B88E-DD4F-B431-4A887EFE237F}" dt="2025-03-29T17:25:43.642" v="460" actId="26606"/>
          <ac:spMkLst>
            <pc:docMk/>
            <pc:sldMk cId="2479521496" sldId="2144"/>
            <ac:spMk id="4" creationId="{CEA44BF7-0CE1-7C36-F533-FE57BB9C21EC}"/>
          </ac:spMkLst>
        </pc:spChg>
        <pc:spChg chg="mod">
          <ac:chgData name="Powadi, Anirudha A [E CPE]" userId="9fbef89f-cf32-4252-a490-64855482fec0" providerId="ADAL" clId="{C8992F02-B88E-DD4F-B431-4A887EFE237F}" dt="2025-03-29T17:25:43.642" v="460" actId="26606"/>
          <ac:spMkLst>
            <pc:docMk/>
            <pc:sldMk cId="2479521496" sldId="2144"/>
            <ac:spMk id="5" creationId="{2BC868EB-F837-E93D-C21C-1943A6E24B1D}"/>
          </ac:spMkLst>
        </pc:spChg>
        <pc:spChg chg="add">
          <ac:chgData name="Powadi, Anirudha A [E CPE]" userId="9fbef89f-cf32-4252-a490-64855482fec0" providerId="ADAL" clId="{C8992F02-B88E-DD4F-B431-4A887EFE237F}" dt="2025-03-29T17:25:43.642" v="460" actId="26606"/>
          <ac:spMkLst>
            <pc:docMk/>
            <pc:sldMk cId="2479521496" sldId="2144"/>
            <ac:spMk id="48" creationId="{3A9C15D4-2EE7-4D05-B87C-91D1F3B9604B}"/>
          </ac:spMkLst>
        </pc:spChg>
        <pc:spChg chg="add">
          <ac:chgData name="Powadi, Anirudha A [E CPE]" userId="9fbef89f-cf32-4252-a490-64855482fec0" providerId="ADAL" clId="{C8992F02-B88E-DD4F-B431-4A887EFE237F}" dt="2025-03-29T17:25:43.642" v="460" actId="26606"/>
          <ac:spMkLst>
            <pc:docMk/>
            <pc:sldMk cId="2479521496" sldId="2144"/>
            <ac:spMk id="49" creationId="{4ED7B0FB-9654-4441-9545-02D458B68620}"/>
          </ac:spMkLst>
        </pc:spChg>
        <pc:graphicFrameChg chg="add mod">
          <ac:chgData name="Powadi, Anirudha A [E CPE]" userId="9fbef89f-cf32-4252-a490-64855482fec0" providerId="ADAL" clId="{C8992F02-B88E-DD4F-B431-4A887EFE237F}" dt="2025-04-26T03:57:29.080" v="1272" actId="20577"/>
          <ac:graphicFrameMkLst>
            <pc:docMk/>
            <pc:sldMk cId="2479521496" sldId="2144"/>
            <ac:graphicFrameMk id="52" creationId="{985B846D-CF23-321E-2D7E-081888FC1C0A}"/>
          </ac:graphicFrameMkLst>
        </pc:graphicFrameChg>
        <pc:picChg chg="add mod">
          <ac:chgData name="Powadi, Anirudha A [E CPE]" userId="9fbef89f-cf32-4252-a490-64855482fec0" providerId="ADAL" clId="{C8992F02-B88E-DD4F-B431-4A887EFE237F}" dt="2025-04-26T03:58:06.246" v="1276" actId="1076"/>
          <ac:picMkLst>
            <pc:docMk/>
            <pc:sldMk cId="2479521496" sldId="2144"/>
            <ac:picMk id="42" creationId="{7705E17C-D428-C5BC-A176-441DC17F0C0F}"/>
          </ac:picMkLst>
        </pc:picChg>
        <pc:picChg chg="add">
          <ac:chgData name="Powadi, Anirudha A [E CPE]" userId="9fbef89f-cf32-4252-a490-64855482fec0" providerId="ADAL" clId="{C8992F02-B88E-DD4F-B431-4A887EFE237F}" dt="2025-03-29T17:25:43.642" v="460" actId="26606"/>
          <ac:picMkLst>
            <pc:docMk/>
            <pc:sldMk cId="2479521496" sldId="2144"/>
            <ac:picMk id="50" creationId="{7BB94C57-FDF3-45A3-9D1F-904523D795D4}"/>
          </ac:picMkLst>
        </pc:picChg>
        <pc:picChg chg="add">
          <ac:chgData name="Powadi, Anirudha A [E CPE]" userId="9fbef89f-cf32-4252-a490-64855482fec0" providerId="ADAL" clId="{C8992F02-B88E-DD4F-B431-4A887EFE237F}" dt="2025-03-29T17:25:43.642" v="460" actId="26606"/>
          <ac:picMkLst>
            <pc:docMk/>
            <pc:sldMk cId="2479521496" sldId="2144"/>
            <ac:picMk id="51" creationId="{6AEBDF1A-221A-4497-BBA9-57A70D161510}"/>
          </ac:picMkLst>
        </pc:picChg>
      </pc:sldChg>
      <pc:sldChg chg="addSp delSp modSp new del mod setBg">
        <pc:chgData name="Powadi, Anirudha A [E CPE]" userId="9fbef89f-cf32-4252-a490-64855482fec0" providerId="ADAL" clId="{C8992F02-B88E-DD4F-B431-4A887EFE237F}" dt="2025-03-29T17:29:11.328" v="529" actId="2696"/>
        <pc:sldMkLst>
          <pc:docMk/>
          <pc:sldMk cId="1071474359" sldId="2145"/>
        </pc:sldMkLst>
      </pc:sldChg>
      <pc:sldChg chg="addSp delSp modSp add mod setBg delDesignElem">
        <pc:chgData name="Powadi, Anirudha A [E CPE]" userId="9fbef89f-cf32-4252-a490-64855482fec0" providerId="ADAL" clId="{C8992F02-B88E-DD4F-B431-4A887EFE237F}" dt="2025-04-11T15:46:18.789" v="665" actId="2711"/>
        <pc:sldMkLst>
          <pc:docMk/>
          <pc:sldMk cId="2321420113" sldId="2146"/>
        </pc:sldMkLst>
        <pc:spChg chg="mod">
          <ac:chgData name="Powadi, Anirudha A [E CPE]" userId="9fbef89f-cf32-4252-a490-64855482fec0" providerId="ADAL" clId="{C8992F02-B88E-DD4F-B431-4A887EFE237F}" dt="2025-04-11T15:46:18.789" v="665" actId="2711"/>
          <ac:spMkLst>
            <pc:docMk/>
            <pc:sldMk cId="2321420113" sldId="2146"/>
            <ac:spMk id="2" creationId="{7285B513-FBAD-8977-7FBD-98B01647388E}"/>
          </ac:spMkLst>
        </pc:spChg>
        <pc:spChg chg="add">
          <ac:chgData name="Powadi, Anirudha A [E CPE]" userId="9fbef89f-cf32-4252-a490-64855482fec0" providerId="ADAL" clId="{C8992F02-B88E-DD4F-B431-4A887EFE237F}" dt="2025-03-29T17:26:48.514" v="484" actId="26606"/>
          <ac:spMkLst>
            <pc:docMk/>
            <pc:sldMk cId="2321420113" sldId="2146"/>
            <ac:spMk id="57" creationId="{3A9C15D4-2EE7-4D05-B87C-91D1F3B9604B}"/>
          </ac:spMkLst>
        </pc:spChg>
        <pc:spChg chg="add">
          <ac:chgData name="Powadi, Anirudha A [E CPE]" userId="9fbef89f-cf32-4252-a490-64855482fec0" providerId="ADAL" clId="{C8992F02-B88E-DD4F-B431-4A887EFE237F}" dt="2025-03-29T17:26:48.514" v="484" actId="26606"/>
          <ac:spMkLst>
            <pc:docMk/>
            <pc:sldMk cId="2321420113" sldId="2146"/>
            <ac:spMk id="59" creationId="{4ED7B0FB-9654-4441-9545-02D458B68620}"/>
          </ac:spMkLst>
        </pc:spChg>
        <pc:picChg chg="add mod">
          <ac:chgData name="Powadi, Anirudha A [E CPE]" userId="9fbef89f-cf32-4252-a490-64855482fec0" providerId="ADAL" clId="{C8992F02-B88E-DD4F-B431-4A887EFE237F}" dt="2025-03-29T17:27:10.294" v="491" actId="14100"/>
          <ac:picMkLst>
            <pc:docMk/>
            <pc:sldMk cId="2321420113" sldId="2146"/>
            <ac:picMk id="7" creationId="{6DA21B5B-C3DC-940B-F151-DB85A6A12301}"/>
          </ac:picMkLst>
        </pc:picChg>
        <pc:picChg chg="add">
          <ac:chgData name="Powadi, Anirudha A [E CPE]" userId="9fbef89f-cf32-4252-a490-64855482fec0" providerId="ADAL" clId="{C8992F02-B88E-DD4F-B431-4A887EFE237F}" dt="2025-03-29T17:26:48.514" v="484" actId="26606"/>
          <ac:picMkLst>
            <pc:docMk/>
            <pc:sldMk cId="2321420113" sldId="2146"/>
            <ac:picMk id="61" creationId="{7BB94C57-FDF3-45A3-9D1F-904523D795D4}"/>
          </ac:picMkLst>
        </pc:picChg>
        <pc:picChg chg="add">
          <ac:chgData name="Powadi, Anirudha A [E CPE]" userId="9fbef89f-cf32-4252-a490-64855482fec0" providerId="ADAL" clId="{C8992F02-B88E-DD4F-B431-4A887EFE237F}" dt="2025-03-29T17:26:48.514" v="484" actId="26606"/>
          <ac:picMkLst>
            <pc:docMk/>
            <pc:sldMk cId="2321420113" sldId="2146"/>
            <ac:picMk id="63" creationId="{6AEBDF1A-221A-4497-BBA9-57A70D161510}"/>
          </ac:picMkLst>
        </pc:picChg>
      </pc:sldChg>
      <pc:sldChg chg="delSp add del setBg delDesignElem">
        <pc:chgData name="Powadi, Anirudha A [E CPE]" userId="9fbef89f-cf32-4252-a490-64855482fec0" providerId="ADAL" clId="{C8992F02-B88E-DD4F-B431-4A887EFE237F}" dt="2025-03-29T17:28:39.030" v="520" actId="2696"/>
        <pc:sldMkLst>
          <pc:docMk/>
          <pc:sldMk cId="463415713" sldId="2147"/>
        </pc:sldMkLst>
      </pc:sldChg>
      <pc:sldChg chg="addSp delSp modSp add mod ord setBg delDesignElem">
        <pc:chgData name="Powadi, Anirudha A [E CPE]" userId="9fbef89f-cf32-4252-a490-64855482fec0" providerId="ADAL" clId="{C8992F02-B88E-DD4F-B431-4A887EFE237F}" dt="2025-04-27T00:21:52.421" v="1741" actId="20577"/>
        <pc:sldMkLst>
          <pc:docMk/>
          <pc:sldMk cId="911251297" sldId="2148"/>
        </pc:sldMkLst>
        <pc:spChg chg="mod">
          <ac:chgData name="Powadi, Anirudha A [E CPE]" userId="9fbef89f-cf32-4252-a490-64855482fec0" providerId="ADAL" clId="{C8992F02-B88E-DD4F-B431-4A887EFE237F}" dt="2025-04-26T04:14:41.266" v="1637" actId="20577"/>
          <ac:spMkLst>
            <pc:docMk/>
            <pc:sldMk cId="911251297" sldId="2148"/>
            <ac:spMk id="2" creationId="{06B6DAE3-AD04-7E60-8DE0-FD4CF8BC7942}"/>
          </ac:spMkLst>
        </pc:spChg>
        <pc:spChg chg="add mod">
          <ac:chgData name="Powadi, Anirudha A [E CPE]" userId="9fbef89f-cf32-4252-a490-64855482fec0" providerId="ADAL" clId="{C8992F02-B88E-DD4F-B431-4A887EFE237F}" dt="2025-04-27T00:21:25.275" v="1737" actId="20577"/>
          <ac:spMkLst>
            <pc:docMk/>
            <pc:sldMk cId="911251297" sldId="2148"/>
            <ac:spMk id="7" creationId="{FFE4117D-BDC8-F1B2-9B37-07F4DDFB029E}"/>
          </ac:spMkLst>
        </pc:spChg>
        <pc:spChg chg="add mod">
          <ac:chgData name="Powadi, Anirudha A [E CPE]" userId="9fbef89f-cf32-4252-a490-64855482fec0" providerId="ADAL" clId="{C8992F02-B88E-DD4F-B431-4A887EFE237F}" dt="2025-04-27T00:21:52.421" v="1741" actId="20577"/>
          <ac:spMkLst>
            <pc:docMk/>
            <pc:sldMk cId="911251297" sldId="2148"/>
            <ac:spMk id="8" creationId="{0E8D2AF2-F806-96C5-2B00-0C997B87DB78}"/>
          </ac:spMkLst>
        </pc:spChg>
        <pc:spChg chg="add">
          <ac:chgData name="Powadi, Anirudha A [E CPE]" userId="9fbef89f-cf32-4252-a490-64855482fec0" providerId="ADAL" clId="{C8992F02-B88E-DD4F-B431-4A887EFE237F}" dt="2025-03-29T17:28:49.559" v="521" actId="26606"/>
          <ac:spMkLst>
            <pc:docMk/>
            <pc:sldMk cId="911251297" sldId="2148"/>
            <ac:spMk id="57" creationId="{3A9C15D4-2EE7-4D05-B87C-91D1F3B9604B}"/>
          </ac:spMkLst>
        </pc:spChg>
        <pc:spChg chg="add">
          <ac:chgData name="Powadi, Anirudha A [E CPE]" userId="9fbef89f-cf32-4252-a490-64855482fec0" providerId="ADAL" clId="{C8992F02-B88E-DD4F-B431-4A887EFE237F}" dt="2025-03-29T17:28:49.559" v="521" actId="26606"/>
          <ac:spMkLst>
            <pc:docMk/>
            <pc:sldMk cId="911251297" sldId="2148"/>
            <ac:spMk id="59" creationId="{4ED7B0FB-9654-4441-9545-02D458B68620}"/>
          </ac:spMkLst>
        </pc:spChg>
        <pc:picChg chg="add mod modCrop">
          <ac:chgData name="Powadi, Anirudha A [E CPE]" userId="9fbef89f-cf32-4252-a490-64855482fec0" providerId="ADAL" clId="{C8992F02-B88E-DD4F-B431-4A887EFE237F}" dt="2025-04-27T00:21:00.984" v="1722" actId="14100"/>
          <ac:picMkLst>
            <pc:docMk/>
            <pc:sldMk cId="911251297" sldId="2148"/>
            <ac:picMk id="6" creationId="{EE2831D8-2129-0844-80F1-2F6761B77219}"/>
          </ac:picMkLst>
        </pc:picChg>
        <pc:picChg chg="add mod">
          <ac:chgData name="Powadi, Anirudha A [E CPE]" userId="9fbef89f-cf32-4252-a490-64855482fec0" providerId="ADAL" clId="{C8992F02-B88E-DD4F-B431-4A887EFE237F}" dt="2025-04-27T00:20:37.024" v="1719" actId="1076"/>
          <ac:picMkLst>
            <pc:docMk/>
            <pc:sldMk cId="911251297" sldId="2148"/>
            <ac:picMk id="9" creationId="{7A9AAF23-8486-2CBB-A635-BB8E88A676EF}"/>
          </ac:picMkLst>
        </pc:picChg>
        <pc:picChg chg="add mod modCrop">
          <ac:chgData name="Powadi, Anirudha A [E CPE]" userId="9fbef89f-cf32-4252-a490-64855482fec0" providerId="ADAL" clId="{C8992F02-B88E-DD4F-B431-4A887EFE237F}" dt="2025-04-27T00:21:10.665" v="1724" actId="1076"/>
          <ac:picMkLst>
            <pc:docMk/>
            <pc:sldMk cId="911251297" sldId="2148"/>
            <ac:picMk id="11" creationId="{5E426DBC-1058-CBC9-8447-9C1165B3F859}"/>
          </ac:picMkLst>
        </pc:picChg>
        <pc:picChg chg="add">
          <ac:chgData name="Powadi, Anirudha A [E CPE]" userId="9fbef89f-cf32-4252-a490-64855482fec0" providerId="ADAL" clId="{C8992F02-B88E-DD4F-B431-4A887EFE237F}" dt="2025-03-29T17:28:49.559" v="521" actId="26606"/>
          <ac:picMkLst>
            <pc:docMk/>
            <pc:sldMk cId="911251297" sldId="2148"/>
            <ac:picMk id="61" creationId="{7BB94C57-FDF3-45A3-9D1F-904523D795D4}"/>
          </ac:picMkLst>
        </pc:picChg>
        <pc:picChg chg="add">
          <ac:chgData name="Powadi, Anirudha A [E CPE]" userId="9fbef89f-cf32-4252-a490-64855482fec0" providerId="ADAL" clId="{C8992F02-B88E-DD4F-B431-4A887EFE237F}" dt="2025-03-29T17:28:49.559" v="521" actId="26606"/>
          <ac:picMkLst>
            <pc:docMk/>
            <pc:sldMk cId="911251297" sldId="2148"/>
            <ac:picMk id="63" creationId="{6AEBDF1A-221A-4497-BBA9-57A70D161510}"/>
          </ac:picMkLst>
        </pc:picChg>
      </pc:sldChg>
      <pc:sldChg chg="addSp delSp modSp new mod setBg">
        <pc:chgData name="Powadi, Anirudha A [E CPE]" userId="9fbef89f-cf32-4252-a490-64855482fec0" providerId="ADAL" clId="{C8992F02-B88E-DD4F-B431-4A887EFE237F}" dt="2025-03-29T17:52:25.398" v="629" actId="20577"/>
        <pc:sldMkLst>
          <pc:docMk/>
          <pc:sldMk cId="3981849644" sldId="2149"/>
        </pc:sldMkLst>
        <pc:spChg chg="mod">
          <ac:chgData name="Powadi, Anirudha A [E CPE]" userId="9fbef89f-cf32-4252-a490-64855482fec0" providerId="ADAL" clId="{C8992F02-B88E-DD4F-B431-4A887EFE237F}" dt="2025-03-29T17:52:01.951" v="626" actId="26606"/>
          <ac:spMkLst>
            <pc:docMk/>
            <pc:sldMk cId="3981849644" sldId="2149"/>
            <ac:spMk id="2" creationId="{90F5B248-133E-4CBB-5371-55C4A8C242DD}"/>
          </ac:spMkLst>
        </pc:spChg>
        <pc:spChg chg="mod">
          <ac:chgData name="Powadi, Anirudha A [E CPE]" userId="9fbef89f-cf32-4252-a490-64855482fec0" providerId="ADAL" clId="{C8992F02-B88E-DD4F-B431-4A887EFE237F}" dt="2025-03-29T17:52:01.951" v="626" actId="26606"/>
          <ac:spMkLst>
            <pc:docMk/>
            <pc:sldMk cId="3981849644" sldId="2149"/>
            <ac:spMk id="3" creationId="{11F33371-0F1B-0B93-9023-8A10E8CD0777}"/>
          </ac:spMkLst>
        </pc:spChg>
        <pc:spChg chg="mod">
          <ac:chgData name="Powadi, Anirudha A [E CPE]" userId="9fbef89f-cf32-4252-a490-64855482fec0" providerId="ADAL" clId="{C8992F02-B88E-DD4F-B431-4A887EFE237F}" dt="2025-03-29T17:52:01.951" v="626" actId="26606"/>
          <ac:spMkLst>
            <pc:docMk/>
            <pc:sldMk cId="3981849644" sldId="2149"/>
            <ac:spMk id="4" creationId="{29AF355C-4C75-D288-1B8D-7841EF40727C}"/>
          </ac:spMkLst>
        </pc:spChg>
        <pc:spChg chg="add del mod">
          <ac:chgData name="Powadi, Anirudha A [E CPE]" userId="9fbef89f-cf32-4252-a490-64855482fec0" providerId="ADAL" clId="{C8992F02-B88E-DD4F-B431-4A887EFE237F}" dt="2025-03-29T17:49:53.032" v="607" actId="47"/>
          <ac:spMkLst>
            <pc:docMk/>
            <pc:sldMk cId="3981849644" sldId="2149"/>
            <ac:spMk id="5" creationId="{570C1389-F826-7FB3-DF9E-D0ECBC6F4D04}"/>
          </ac:spMkLst>
        </pc:spChg>
        <pc:spChg chg="add">
          <ac:chgData name="Powadi, Anirudha A [E CPE]" userId="9fbef89f-cf32-4252-a490-64855482fec0" providerId="ADAL" clId="{C8992F02-B88E-DD4F-B431-4A887EFE237F}" dt="2025-03-29T17:52:01.951" v="626" actId="26606"/>
          <ac:spMkLst>
            <pc:docMk/>
            <pc:sldMk cId="3981849644" sldId="2149"/>
            <ac:spMk id="25" creationId="{3A9C15D4-2EE7-4D05-B87C-91D1F3B9604B}"/>
          </ac:spMkLst>
        </pc:spChg>
        <pc:spChg chg="add">
          <ac:chgData name="Powadi, Anirudha A [E CPE]" userId="9fbef89f-cf32-4252-a490-64855482fec0" providerId="ADAL" clId="{C8992F02-B88E-DD4F-B431-4A887EFE237F}" dt="2025-03-29T17:52:01.951" v="626" actId="26606"/>
          <ac:spMkLst>
            <pc:docMk/>
            <pc:sldMk cId="3981849644" sldId="2149"/>
            <ac:spMk id="27" creationId="{4ED7B0FB-9654-4441-9545-02D458B68620}"/>
          </ac:spMkLst>
        </pc:spChg>
        <pc:graphicFrameChg chg="mod modGraphic">
          <ac:chgData name="Powadi, Anirudha A [E CPE]" userId="9fbef89f-cf32-4252-a490-64855482fec0" providerId="ADAL" clId="{C8992F02-B88E-DD4F-B431-4A887EFE237F}" dt="2025-03-29T17:52:25.398" v="629" actId="20577"/>
          <ac:graphicFrameMkLst>
            <pc:docMk/>
            <pc:sldMk cId="3981849644" sldId="2149"/>
            <ac:graphicFrameMk id="33" creationId="{F97D8F63-86E1-EC0A-ADA0-A67E9BF51898}"/>
          </ac:graphicFrameMkLst>
        </pc:graphicFrameChg>
        <pc:picChg chg="add">
          <ac:chgData name="Powadi, Anirudha A [E CPE]" userId="9fbef89f-cf32-4252-a490-64855482fec0" providerId="ADAL" clId="{C8992F02-B88E-DD4F-B431-4A887EFE237F}" dt="2025-03-29T17:52:01.951" v="626" actId="26606"/>
          <ac:picMkLst>
            <pc:docMk/>
            <pc:sldMk cId="3981849644" sldId="2149"/>
            <ac:picMk id="21" creationId="{7407B0FF-43E0-4B2E-B48B-C2A472D103F9}"/>
          </ac:picMkLst>
        </pc:picChg>
        <pc:picChg chg="add">
          <ac:chgData name="Powadi, Anirudha A [E CPE]" userId="9fbef89f-cf32-4252-a490-64855482fec0" providerId="ADAL" clId="{C8992F02-B88E-DD4F-B431-4A887EFE237F}" dt="2025-03-29T17:52:01.951" v="626" actId="26606"/>
          <ac:picMkLst>
            <pc:docMk/>
            <pc:sldMk cId="3981849644" sldId="2149"/>
            <ac:picMk id="23" creationId="{7CAC6C18-4147-48ED-8B6A-19B3E0D89163}"/>
          </ac:picMkLst>
        </pc:picChg>
        <pc:picChg chg="add">
          <ac:chgData name="Powadi, Anirudha A [E CPE]" userId="9fbef89f-cf32-4252-a490-64855482fec0" providerId="ADAL" clId="{C8992F02-B88E-DD4F-B431-4A887EFE237F}" dt="2025-03-29T17:52:01.951" v="626" actId="26606"/>
          <ac:picMkLst>
            <pc:docMk/>
            <pc:sldMk cId="3981849644" sldId="2149"/>
            <ac:picMk id="29" creationId="{7BB94C57-FDF3-45A3-9D1F-904523D795D4}"/>
          </ac:picMkLst>
        </pc:picChg>
        <pc:picChg chg="add">
          <ac:chgData name="Powadi, Anirudha A [E CPE]" userId="9fbef89f-cf32-4252-a490-64855482fec0" providerId="ADAL" clId="{C8992F02-B88E-DD4F-B431-4A887EFE237F}" dt="2025-03-29T17:52:01.951" v="626" actId="26606"/>
          <ac:picMkLst>
            <pc:docMk/>
            <pc:sldMk cId="3981849644" sldId="2149"/>
            <ac:picMk id="31" creationId="{6AEBDF1A-221A-4497-BBA9-57A70D161510}"/>
          </ac:picMkLst>
        </pc:picChg>
      </pc:sldChg>
      <pc:sldChg chg="addSp delSp modSp add del mod setBg addAnim delAnim delDesignElem">
        <pc:chgData name="Powadi, Anirudha A [E CPE]" userId="9fbef89f-cf32-4252-a490-64855482fec0" providerId="ADAL" clId="{C8992F02-B88E-DD4F-B431-4A887EFE237F}" dt="2025-04-11T15:47:43.152" v="676"/>
        <pc:sldMkLst>
          <pc:docMk/>
          <pc:sldMk cId="1032315903" sldId="2150"/>
        </pc:sldMkLst>
      </pc:sldChg>
      <pc:sldChg chg="addSp delSp modSp new mod setBg">
        <pc:chgData name="Powadi, Anirudha A [E CPE]" userId="9fbef89f-cf32-4252-a490-64855482fec0" providerId="ADAL" clId="{C8992F02-B88E-DD4F-B431-4A887EFE237F}" dt="2025-04-25T12:29:55.541" v="1170" actId="20577"/>
        <pc:sldMkLst>
          <pc:docMk/>
          <pc:sldMk cId="3074082362" sldId="2150"/>
        </pc:sldMkLst>
        <pc:spChg chg="mod">
          <ac:chgData name="Powadi, Anirudha A [E CPE]" userId="9fbef89f-cf32-4252-a490-64855482fec0" providerId="ADAL" clId="{C8992F02-B88E-DD4F-B431-4A887EFE237F}" dt="2025-04-11T15:52:39.444" v="1168" actId="26606"/>
          <ac:spMkLst>
            <pc:docMk/>
            <pc:sldMk cId="3074082362" sldId="2150"/>
            <ac:spMk id="2" creationId="{E5170D9A-ED87-2830-AD28-92BB550CF24D}"/>
          </ac:spMkLst>
        </pc:spChg>
        <pc:spChg chg="mod">
          <ac:chgData name="Powadi, Anirudha A [E CPE]" userId="9fbef89f-cf32-4252-a490-64855482fec0" providerId="ADAL" clId="{C8992F02-B88E-DD4F-B431-4A887EFE237F}" dt="2025-04-11T15:52:39.444" v="1168" actId="26606"/>
          <ac:spMkLst>
            <pc:docMk/>
            <pc:sldMk cId="3074082362" sldId="2150"/>
            <ac:spMk id="3" creationId="{2CD2CC8B-44A4-8D9D-AF17-D8B0E6FA7AE1}"/>
          </ac:spMkLst>
        </pc:spChg>
        <pc:spChg chg="mod">
          <ac:chgData name="Powadi, Anirudha A [E CPE]" userId="9fbef89f-cf32-4252-a490-64855482fec0" providerId="ADAL" clId="{C8992F02-B88E-DD4F-B431-4A887EFE237F}" dt="2025-04-11T15:52:39.444" v="1168" actId="26606"/>
          <ac:spMkLst>
            <pc:docMk/>
            <pc:sldMk cId="3074082362" sldId="2150"/>
            <ac:spMk id="4" creationId="{2833A628-108A-9283-DBCE-D78FF1C86971}"/>
          </ac:spMkLst>
        </pc:spChg>
        <pc:spChg chg="add">
          <ac:chgData name="Powadi, Anirudha A [E CPE]" userId="9fbef89f-cf32-4252-a490-64855482fec0" providerId="ADAL" clId="{C8992F02-B88E-DD4F-B431-4A887EFE237F}" dt="2025-04-11T15:52:39.444" v="1168" actId="26606"/>
          <ac:spMkLst>
            <pc:docMk/>
            <pc:sldMk cId="3074082362" sldId="2150"/>
            <ac:spMk id="15" creationId="{3A9C15D4-2EE7-4D05-B87C-91D1F3B9604B}"/>
          </ac:spMkLst>
        </pc:spChg>
        <pc:spChg chg="add">
          <ac:chgData name="Powadi, Anirudha A [E CPE]" userId="9fbef89f-cf32-4252-a490-64855482fec0" providerId="ADAL" clId="{C8992F02-B88E-DD4F-B431-4A887EFE237F}" dt="2025-04-11T15:52:39.444" v="1168" actId="26606"/>
          <ac:spMkLst>
            <pc:docMk/>
            <pc:sldMk cId="3074082362" sldId="2150"/>
            <ac:spMk id="17" creationId="{4ED7B0FB-9654-4441-9545-02D458B68620}"/>
          </ac:spMkLst>
        </pc:spChg>
        <pc:graphicFrameChg chg="mod">
          <ac:chgData name="Powadi, Anirudha A [E CPE]" userId="9fbef89f-cf32-4252-a490-64855482fec0" providerId="ADAL" clId="{C8992F02-B88E-DD4F-B431-4A887EFE237F}" dt="2025-04-25T12:29:55.541" v="1170" actId="20577"/>
          <ac:graphicFrameMkLst>
            <pc:docMk/>
            <pc:sldMk cId="3074082362" sldId="2150"/>
            <ac:graphicFrameMk id="7" creationId="{D58DC49F-3552-FA20-4558-CB62D5A47B8C}"/>
          </ac:graphicFrameMkLst>
        </pc:graphicFrameChg>
        <pc:picChg chg="add">
          <ac:chgData name="Powadi, Anirudha A [E CPE]" userId="9fbef89f-cf32-4252-a490-64855482fec0" providerId="ADAL" clId="{C8992F02-B88E-DD4F-B431-4A887EFE237F}" dt="2025-04-11T15:52:39.444" v="1168" actId="26606"/>
          <ac:picMkLst>
            <pc:docMk/>
            <pc:sldMk cId="3074082362" sldId="2150"/>
            <ac:picMk id="11" creationId="{7407B0FF-43E0-4B2E-B48B-C2A472D103F9}"/>
          </ac:picMkLst>
        </pc:picChg>
        <pc:picChg chg="add">
          <ac:chgData name="Powadi, Anirudha A [E CPE]" userId="9fbef89f-cf32-4252-a490-64855482fec0" providerId="ADAL" clId="{C8992F02-B88E-DD4F-B431-4A887EFE237F}" dt="2025-04-11T15:52:39.444" v="1168" actId="26606"/>
          <ac:picMkLst>
            <pc:docMk/>
            <pc:sldMk cId="3074082362" sldId="2150"/>
            <ac:picMk id="13" creationId="{7CAC6C18-4147-48ED-8B6A-19B3E0D89163}"/>
          </ac:picMkLst>
        </pc:picChg>
        <pc:picChg chg="add">
          <ac:chgData name="Powadi, Anirudha A [E CPE]" userId="9fbef89f-cf32-4252-a490-64855482fec0" providerId="ADAL" clId="{C8992F02-B88E-DD4F-B431-4A887EFE237F}" dt="2025-04-11T15:52:39.444" v="1168" actId="26606"/>
          <ac:picMkLst>
            <pc:docMk/>
            <pc:sldMk cId="3074082362" sldId="2150"/>
            <ac:picMk id="19" creationId="{7BB94C57-FDF3-45A3-9D1F-904523D795D4}"/>
          </ac:picMkLst>
        </pc:picChg>
        <pc:picChg chg="add">
          <ac:chgData name="Powadi, Anirudha A [E CPE]" userId="9fbef89f-cf32-4252-a490-64855482fec0" providerId="ADAL" clId="{C8992F02-B88E-DD4F-B431-4A887EFE237F}" dt="2025-04-11T15:52:39.444" v="1168" actId="26606"/>
          <ac:picMkLst>
            <pc:docMk/>
            <pc:sldMk cId="3074082362" sldId="2150"/>
            <ac:picMk id="21" creationId="{6AEBDF1A-221A-4497-BBA9-57A70D161510}"/>
          </ac:picMkLst>
        </pc:picChg>
      </pc:sldChg>
      <pc:sldChg chg="addSp delSp modSp add mod setBg delDesignElem modNotesTx">
        <pc:chgData name="Powadi, Anirudha A [E CPE]" userId="9fbef89f-cf32-4252-a490-64855482fec0" providerId="ADAL" clId="{C8992F02-B88E-DD4F-B431-4A887EFE237F}" dt="2025-04-30T16:16:00.597" v="3303" actId="20577"/>
        <pc:sldMkLst>
          <pc:docMk/>
          <pc:sldMk cId="1310757727" sldId="2151"/>
        </pc:sldMkLst>
        <pc:spChg chg="add mod">
          <ac:chgData name="Powadi, Anirudha A [E CPE]" userId="9fbef89f-cf32-4252-a490-64855482fec0" providerId="ADAL" clId="{C8992F02-B88E-DD4F-B431-4A887EFE237F}" dt="2025-04-26T03:56:29.704" v="1270" actId="20577"/>
          <ac:spMkLst>
            <pc:docMk/>
            <pc:sldMk cId="1310757727" sldId="2151"/>
            <ac:spMk id="10" creationId="{696714A3-C7BA-1ACE-48BF-DE6C45289ED4}"/>
          </ac:spMkLst>
        </pc:spChg>
        <pc:spChg chg="add">
          <ac:chgData name="Powadi, Anirudha A [E CPE]" userId="9fbef89f-cf32-4252-a490-64855482fec0" providerId="ADAL" clId="{C8992F02-B88E-DD4F-B431-4A887EFE237F}" dt="2025-04-26T03:51:37.332" v="1173" actId="26606"/>
          <ac:spMkLst>
            <pc:docMk/>
            <pc:sldMk cId="1310757727" sldId="2151"/>
            <ac:spMk id="21" creationId="{3A9C15D4-2EE7-4D05-B87C-91D1F3B9604B}"/>
          </ac:spMkLst>
        </pc:spChg>
        <pc:spChg chg="add">
          <ac:chgData name="Powadi, Anirudha A [E CPE]" userId="9fbef89f-cf32-4252-a490-64855482fec0" providerId="ADAL" clId="{C8992F02-B88E-DD4F-B431-4A887EFE237F}" dt="2025-04-26T03:51:37.332" v="1173" actId="26606"/>
          <ac:spMkLst>
            <pc:docMk/>
            <pc:sldMk cId="1310757727" sldId="2151"/>
            <ac:spMk id="23" creationId="{4ED7B0FB-9654-4441-9545-02D458B68620}"/>
          </ac:spMkLst>
        </pc:spChg>
        <pc:picChg chg="add mod">
          <ac:chgData name="Powadi, Anirudha A [E CPE]" userId="9fbef89f-cf32-4252-a490-64855482fec0" providerId="ADAL" clId="{C8992F02-B88E-DD4F-B431-4A887EFE237F}" dt="2025-04-26T03:52:50.332" v="1182" actId="1076"/>
          <ac:picMkLst>
            <pc:docMk/>
            <pc:sldMk cId="1310757727" sldId="2151"/>
            <ac:picMk id="8" creationId="{EA8BC549-09C7-70C6-FFDE-29FE702962A7}"/>
          </ac:picMkLst>
        </pc:picChg>
        <pc:picChg chg="add">
          <ac:chgData name="Powadi, Anirudha A [E CPE]" userId="9fbef89f-cf32-4252-a490-64855482fec0" providerId="ADAL" clId="{C8992F02-B88E-DD4F-B431-4A887EFE237F}" dt="2025-04-26T03:51:37.332" v="1173" actId="26606"/>
          <ac:picMkLst>
            <pc:docMk/>
            <pc:sldMk cId="1310757727" sldId="2151"/>
            <ac:picMk id="25" creationId="{7BB94C57-FDF3-45A3-9D1F-904523D795D4}"/>
          </ac:picMkLst>
        </pc:picChg>
        <pc:picChg chg="add">
          <ac:chgData name="Powadi, Anirudha A [E CPE]" userId="9fbef89f-cf32-4252-a490-64855482fec0" providerId="ADAL" clId="{C8992F02-B88E-DD4F-B431-4A887EFE237F}" dt="2025-04-26T03:51:37.332" v="1173" actId="26606"/>
          <ac:picMkLst>
            <pc:docMk/>
            <pc:sldMk cId="1310757727" sldId="2151"/>
            <ac:picMk id="27" creationId="{6AEBDF1A-221A-4497-BBA9-57A70D161510}"/>
          </ac:picMkLst>
        </pc:picChg>
      </pc:sldChg>
      <pc:sldChg chg="addSp delSp modSp add mod setBg delDesignElem">
        <pc:chgData name="Powadi, Anirudha A [E CPE]" userId="9fbef89f-cf32-4252-a490-64855482fec0" providerId="ADAL" clId="{C8992F02-B88E-DD4F-B431-4A887EFE237F}" dt="2025-04-26T04:12:03.093" v="1629" actId="26606"/>
        <pc:sldMkLst>
          <pc:docMk/>
          <pc:sldMk cId="1556093445" sldId="2152"/>
        </pc:sldMkLst>
        <pc:spChg chg="mod">
          <ac:chgData name="Powadi, Anirudha A [E CPE]" userId="9fbef89f-cf32-4252-a490-64855482fec0" providerId="ADAL" clId="{C8992F02-B88E-DD4F-B431-4A887EFE237F}" dt="2025-04-26T04:08:39.963" v="1378" actId="20577"/>
          <ac:spMkLst>
            <pc:docMk/>
            <pc:sldMk cId="1556093445" sldId="2152"/>
            <ac:spMk id="2" creationId="{BDBDD1BF-7349-750F-EA76-D99ECD07F70B}"/>
          </ac:spMkLst>
        </pc:spChg>
        <pc:spChg chg="add">
          <ac:chgData name="Powadi, Anirudha A [E CPE]" userId="9fbef89f-cf32-4252-a490-64855482fec0" providerId="ADAL" clId="{C8992F02-B88E-DD4F-B431-4A887EFE237F}" dt="2025-04-26T04:12:03.093" v="1629" actId="26606"/>
          <ac:spMkLst>
            <pc:docMk/>
            <pc:sldMk cId="1556093445" sldId="2152"/>
            <ac:spMk id="32" creationId="{3A9C15D4-2EE7-4D05-B87C-91D1F3B9604B}"/>
          </ac:spMkLst>
        </pc:spChg>
        <pc:spChg chg="add">
          <ac:chgData name="Powadi, Anirudha A [E CPE]" userId="9fbef89f-cf32-4252-a490-64855482fec0" providerId="ADAL" clId="{C8992F02-B88E-DD4F-B431-4A887EFE237F}" dt="2025-04-26T04:12:03.093" v="1629" actId="26606"/>
          <ac:spMkLst>
            <pc:docMk/>
            <pc:sldMk cId="1556093445" sldId="2152"/>
            <ac:spMk id="34" creationId="{4ED7B0FB-9654-4441-9545-02D458B68620}"/>
          </ac:spMkLst>
        </pc:spChg>
        <pc:picChg chg="add">
          <ac:chgData name="Powadi, Anirudha A [E CPE]" userId="9fbef89f-cf32-4252-a490-64855482fec0" providerId="ADAL" clId="{C8992F02-B88E-DD4F-B431-4A887EFE237F}" dt="2025-04-26T04:12:03.093" v="1629" actId="26606"/>
          <ac:picMkLst>
            <pc:docMk/>
            <pc:sldMk cId="1556093445" sldId="2152"/>
            <ac:picMk id="28" creationId="{7407B0FF-43E0-4B2E-B48B-C2A472D103F9}"/>
          </ac:picMkLst>
        </pc:picChg>
        <pc:picChg chg="add">
          <ac:chgData name="Powadi, Anirudha A [E CPE]" userId="9fbef89f-cf32-4252-a490-64855482fec0" providerId="ADAL" clId="{C8992F02-B88E-DD4F-B431-4A887EFE237F}" dt="2025-04-26T04:12:03.093" v="1629" actId="26606"/>
          <ac:picMkLst>
            <pc:docMk/>
            <pc:sldMk cId="1556093445" sldId="2152"/>
            <ac:picMk id="36" creationId="{7BB94C57-FDF3-45A3-9D1F-904523D795D4}"/>
          </ac:picMkLst>
        </pc:picChg>
        <pc:picChg chg="add">
          <ac:chgData name="Powadi, Anirudha A [E CPE]" userId="9fbef89f-cf32-4252-a490-64855482fec0" providerId="ADAL" clId="{C8992F02-B88E-DD4F-B431-4A887EFE237F}" dt="2025-04-26T04:12:03.093" v="1629" actId="26606"/>
          <ac:picMkLst>
            <pc:docMk/>
            <pc:sldMk cId="1556093445" sldId="2152"/>
            <ac:picMk id="38" creationId="{6AEBDF1A-221A-4497-BBA9-57A70D161510}"/>
          </ac:picMkLst>
        </pc:picChg>
      </pc:sldChg>
      <pc:sldChg chg="addSp delSp modSp add del mod ord setBg delDesignElem">
        <pc:chgData name="Powadi, Anirudha A [E CPE]" userId="9fbef89f-cf32-4252-a490-64855482fec0" providerId="ADAL" clId="{C8992F02-B88E-DD4F-B431-4A887EFE237F}" dt="2025-04-26T04:16:11.173" v="1661" actId="2696"/>
        <pc:sldMkLst>
          <pc:docMk/>
          <pc:sldMk cId="3203731031" sldId="2153"/>
        </pc:sldMkLst>
      </pc:sldChg>
      <pc:sldChg chg="addSp modSp new mod setBg">
        <pc:chgData name="Powadi, Anirudha A [E CPE]" userId="9fbef89f-cf32-4252-a490-64855482fec0" providerId="ADAL" clId="{C8992F02-B88E-DD4F-B431-4A887EFE237F}" dt="2025-04-26T04:16:41.095" v="1668" actId="166"/>
        <pc:sldMkLst>
          <pc:docMk/>
          <pc:sldMk cId="3558244201" sldId="2154"/>
        </pc:sldMkLst>
        <pc:spChg chg="mod">
          <ac:chgData name="Powadi, Anirudha A [E CPE]" userId="9fbef89f-cf32-4252-a490-64855482fec0" providerId="ADAL" clId="{C8992F02-B88E-DD4F-B431-4A887EFE237F}" dt="2025-04-26T04:16:26.062" v="1663" actId="26606"/>
          <ac:spMkLst>
            <pc:docMk/>
            <pc:sldMk cId="3558244201" sldId="2154"/>
            <ac:spMk id="2" creationId="{20493E72-B171-B6F5-3287-C8CDFCF5D919}"/>
          </ac:spMkLst>
        </pc:spChg>
        <pc:spChg chg="mod">
          <ac:chgData name="Powadi, Anirudha A [E CPE]" userId="9fbef89f-cf32-4252-a490-64855482fec0" providerId="ADAL" clId="{C8992F02-B88E-DD4F-B431-4A887EFE237F}" dt="2025-04-26T04:16:26.062" v="1663" actId="26606"/>
          <ac:spMkLst>
            <pc:docMk/>
            <pc:sldMk cId="3558244201" sldId="2154"/>
            <ac:spMk id="3" creationId="{04A51033-5315-F5E1-1615-CF852197D255}"/>
          </ac:spMkLst>
        </pc:spChg>
        <pc:spChg chg="mod">
          <ac:chgData name="Powadi, Anirudha A [E CPE]" userId="9fbef89f-cf32-4252-a490-64855482fec0" providerId="ADAL" clId="{C8992F02-B88E-DD4F-B431-4A887EFE237F}" dt="2025-04-26T04:16:26.062" v="1663" actId="26606"/>
          <ac:spMkLst>
            <pc:docMk/>
            <pc:sldMk cId="3558244201" sldId="2154"/>
            <ac:spMk id="4" creationId="{072B3171-69DA-78A5-08CF-81F2C8E5D9E3}"/>
          </ac:spMkLst>
        </pc:spChg>
        <pc:spChg chg="add">
          <ac:chgData name="Powadi, Anirudha A [E CPE]" userId="9fbef89f-cf32-4252-a490-64855482fec0" providerId="ADAL" clId="{C8992F02-B88E-DD4F-B431-4A887EFE237F}" dt="2025-04-26T04:16:26.062" v="1663" actId="26606"/>
          <ac:spMkLst>
            <pc:docMk/>
            <pc:sldMk cId="3558244201" sldId="2154"/>
            <ac:spMk id="14" creationId="{53E559B7-FFF0-4CD8-9260-633468131126}"/>
          </ac:spMkLst>
        </pc:spChg>
        <pc:picChg chg="add mod ord">
          <ac:chgData name="Powadi, Anirudha A [E CPE]" userId="9fbef89f-cf32-4252-a490-64855482fec0" providerId="ADAL" clId="{C8992F02-B88E-DD4F-B431-4A887EFE237F}" dt="2025-04-26T04:16:41.095" v="1668" actId="166"/>
          <ac:picMkLst>
            <pc:docMk/>
            <pc:sldMk cId="3558244201" sldId="2154"/>
            <ac:picMk id="5" creationId="{37C957FC-5420-142A-8561-25378F6D88CB}"/>
          </ac:picMkLst>
        </pc:picChg>
        <pc:picChg chg="add">
          <ac:chgData name="Powadi, Anirudha A [E CPE]" userId="9fbef89f-cf32-4252-a490-64855482fec0" providerId="ADAL" clId="{C8992F02-B88E-DD4F-B431-4A887EFE237F}" dt="2025-04-26T04:16:26.062" v="1663" actId="26606"/>
          <ac:picMkLst>
            <pc:docMk/>
            <pc:sldMk cId="3558244201" sldId="2154"/>
            <ac:picMk id="10" creationId="{25496B42-CC46-4183-B481-887CD3E8C725}"/>
          </ac:picMkLst>
        </pc:picChg>
        <pc:picChg chg="add">
          <ac:chgData name="Powadi, Anirudha A [E CPE]" userId="9fbef89f-cf32-4252-a490-64855482fec0" providerId="ADAL" clId="{C8992F02-B88E-DD4F-B431-4A887EFE237F}" dt="2025-04-26T04:16:26.062" v="1663" actId="26606"/>
          <ac:picMkLst>
            <pc:docMk/>
            <pc:sldMk cId="3558244201" sldId="2154"/>
            <ac:picMk id="12" creationId="{E2758CE0-F916-4DCE-88D1-71430BE441B2}"/>
          </ac:picMkLst>
        </pc:picChg>
        <pc:picChg chg="add">
          <ac:chgData name="Powadi, Anirudha A [E CPE]" userId="9fbef89f-cf32-4252-a490-64855482fec0" providerId="ADAL" clId="{C8992F02-B88E-DD4F-B431-4A887EFE237F}" dt="2025-04-26T04:16:26.062" v="1663" actId="26606"/>
          <ac:picMkLst>
            <pc:docMk/>
            <pc:sldMk cId="3558244201" sldId="2154"/>
            <ac:picMk id="16" creationId="{180BC9E0-1901-4FD9-90B5-82D9EE5137E1}"/>
          </ac:picMkLst>
        </pc:picChg>
      </pc:sldChg>
      <pc:sldChg chg="addSp delSp modSp new del mod">
        <pc:chgData name="Powadi, Anirudha A [E CPE]" userId="9fbef89f-cf32-4252-a490-64855482fec0" providerId="ADAL" clId="{C8992F02-B88E-DD4F-B431-4A887EFE237F}" dt="2025-04-27T00:46:32.067" v="2991" actId="2696"/>
        <pc:sldMkLst>
          <pc:docMk/>
          <pc:sldMk cId="831284930" sldId="2155"/>
        </pc:sldMkLst>
      </pc:sldChg>
      <pc:sldChg chg="addSp delSp modSp new del mod modClrScheme chgLayout">
        <pc:chgData name="Powadi, Anirudha A [E CPE]" userId="9fbef89f-cf32-4252-a490-64855482fec0" providerId="ADAL" clId="{C8992F02-B88E-DD4F-B431-4A887EFE237F}" dt="2025-04-27T00:48:24.367" v="3037" actId="2696"/>
        <pc:sldMkLst>
          <pc:docMk/>
          <pc:sldMk cId="1582436756" sldId="2156"/>
        </pc:sldMkLst>
      </pc:sldChg>
      <pc:sldChg chg="addSp delSp modSp new del mod">
        <pc:chgData name="Powadi, Anirudha A [E CPE]" userId="9fbef89f-cf32-4252-a490-64855482fec0" providerId="ADAL" clId="{C8992F02-B88E-DD4F-B431-4A887EFE237F}" dt="2025-04-27T00:49:10.301" v="3072" actId="2696"/>
        <pc:sldMkLst>
          <pc:docMk/>
          <pc:sldMk cId="3840925443" sldId="2157"/>
        </pc:sldMkLst>
      </pc:sldChg>
      <pc:sldChg chg="addSp delSp modSp add mod setBg delDesignElem">
        <pc:chgData name="Powadi, Anirudha A [E CPE]" userId="9fbef89f-cf32-4252-a490-64855482fec0" providerId="ADAL" clId="{C8992F02-B88E-DD4F-B431-4A887EFE237F}" dt="2025-04-27T00:46:46.738" v="3000" actId="26606"/>
        <pc:sldMkLst>
          <pc:docMk/>
          <pc:sldMk cId="2795947111" sldId="2158"/>
        </pc:sldMkLst>
        <pc:spChg chg="mod">
          <ac:chgData name="Powadi, Anirudha A [E CPE]" userId="9fbef89f-cf32-4252-a490-64855482fec0" providerId="ADAL" clId="{C8992F02-B88E-DD4F-B431-4A887EFE237F}" dt="2025-04-27T00:45:26.557" v="2980" actId="20577"/>
          <ac:spMkLst>
            <pc:docMk/>
            <pc:sldMk cId="2795947111" sldId="2158"/>
            <ac:spMk id="2" creationId="{3B6352C9-761C-1DE2-69E4-E91FF95BBBED}"/>
          </ac:spMkLst>
        </pc:spChg>
        <pc:spChg chg="add">
          <ac:chgData name="Powadi, Anirudha A [E CPE]" userId="9fbef89f-cf32-4252-a490-64855482fec0" providerId="ADAL" clId="{C8992F02-B88E-DD4F-B431-4A887EFE237F}" dt="2025-04-27T00:44:37.727" v="2939" actId="26606"/>
          <ac:spMkLst>
            <pc:docMk/>
            <pc:sldMk cId="2795947111" sldId="2158"/>
            <ac:spMk id="33" creationId="{3A9C15D4-2EE7-4D05-B87C-91D1F3B9604B}"/>
          </ac:spMkLst>
        </pc:spChg>
        <pc:spChg chg="add">
          <ac:chgData name="Powadi, Anirudha A [E CPE]" userId="9fbef89f-cf32-4252-a490-64855482fec0" providerId="ADAL" clId="{C8992F02-B88E-DD4F-B431-4A887EFE237F}" dt="2025-04-27T00:44:37.727" v="2939" actId="26606"/>
          <ac:spMkLst>
            <pc:docMk/>
            <pc:sldMk cId="2795947111" sldId="2158"/>
            <ac:spMk id="35" creationId="{4ED7B0FB-9654-4441-9545-02D458B68620}"/>
          </ac:spMkLst>
        </pc:spChg>
        <pc:graphicFrameChg chg="mod modGraphic">
          <ac:chgData name="Powadi, Anirudha A [E CPE]" userId="9fbef89f-cf32-4252-a490-64855482fec0" providerId="ADAL" clId="{C8992F02-B88E-DD4F-B431-4A887EFE237F}" dt="2025-04-27T00:46:46.738" v="3000" actId="26606"/>
          <ac:graphicFrameMkLst>
            <pc:docMk/>
            <pc:sldMk cId="2795947111" sldId="2158"/>
            <ac:graphicFrameMk id="24" creationId="{2CF83AD3-B24F-DE25-02A6-29DBFF7257DB}"/>
          </ac:graphicFrameMkLst>
        </pc:graphicFrameChg>
        <pc:picChg chg="add">
          <ac:chgData name="Powadi, Anirudha A [E CPE]" userId="9fbef89f-cf32-4252-a490-64855482fec0" providerId="ADAL" clId="{C8992F02-B88E-DD4F-B431-4A887EFE237F}" dt="2025-04-27T00:44:37.727" v="2939" actId="26606"/>
          <ac:picMkLst>
            <pc:docMk/>
            <pc:sldMk cId="2795947111" sldId="2158"/>
            <ac:picMk id="29" creationId="{7407B0FF-43E0-4B2E-B48B-C2A472D103F9}"/>
          </ac:picMkLst>
        </pc:picChg>
        <pc:picChg chg="add">
          <ac:chgData name="Powadi, Anirudha A [E CPE]" userId="9fbef89f-cf32-4252-a490-64855482fec0" providerId="ADAL" clId="{C8992F02-B88E-DD4F-B431-4A887EFE237F}" dt="2025-04-27T00:44:37.727" v="2939" actId="26606"/>
          <ac:picMkLst>
            <pc:docMk/>
            <pc:sldMk cId="2795947111" sldId="2158"/>
            <ac:picMk id="31" creationId="{7CAC6C18-4147-48ED-8B6A-19B3E0D89163}"/>
          </ac:picMkLst>
        </pc:picChg>
        <pc:picChg chg="add">
          <ac:chgData name="Powadi, Anirudha A [E CPE]" userId="9fbef89f-cf32-4252-a490-64855482fec0" providerId="ADAL" clId="{C8992F02-B88E-DD4F-B431-4A887EFE237F}" dt="2025-04-27T00:44:37.727" v="2939" actId="26606"/>
          <ac:picMkLst>
            <pc:docMk/>
            <pc:sldMk cId="2795947111" sldId="2158"/>
            <ac:picMk id="37" creationId="{7BB94C57-FDF3-45A3-9D1F-904523D795D4}"/>
          </ac:picMkLst>
        </pc:picChg>
        <pc:picChg chg="add">
          <ac:chgData name="Powadi, Anirudha A [E CPE]" userId="9fbef89f-cf32-4252-a490-64855482fec0" providerId="ADAL" clId="{C8992F02-B88E-DD4F-B431-4A887EFE237F}" dt="2025-04-27T00:44:37.727" v="2939" actId="26606"/>
          <ac:picMkLst>
            <pc:docMk/>
            <pc:sldMk cId="2795947111" sldId="2158"/>
            <ac:picMk id="39" creationId="{6AEBDF1A-221A-4497-BBA9-57A70D161510}"/>
          </ac:picMkLst>
        </pc:picChg>
      </pc:sldChg>
      <pc:sldChg chg="addSp delSp add del setBg delDesignElem">
        <pc:chgData name="Powadi, Anirudha A [E CPE]" userId="9fbef89f-cf32-4252-a490-64855482fec0" providerId="ADAL" clId="{C8992F02-B88E-DD4F-B431-4A887EFE237F}" dt="2025-04-27T00:47:12.101" v="3003"/>
        <pc:sldMkLst>
          <pc:docMk/>
          <pc:sldMk cId="359166354" sldId="2159"/>
        </pc:sldMkLst>
      </pc:sldChg>
      <pc:sldChg chg="addSp delSp modSp add mod setBg delDesignElem">
        <pc:chgData name="Powadi, Anirudha A [E CPE]" userId="9fbef89f-cf32-4252-a490-64855482fec0" providerId="ADAL" clId="{C8992F02-B88E-DD4F-B431-4A887EFE237F}" dt="2025-04-27T00:49:39.934" v="3079" actId="122"/>
        <pc:sldMkLst>
          <pc:docMk/>
          <pc:sldMk cId="998243848" sldId="2159"/>
        </pc:sldMkLst>
        <pc:spChg chg="mod ord">
          <ac:chgData name="Powadi, Anirudha A [E CPE]" userId="9fbef89f-cf32-4252-a490-64855482fec0" providerId="ADAL" clId="{C8992F02-B88E-DD4F-B431-4A887EFE237F}" dt="2025-04-27T00:49:39.934" v="3079" actId="122"/>
          <ac:spMkLst>
            <pc:docMk/>
            <pc:sldMk cId="998243848" sldId="2159"/>
            <ac:spMk id="2" creationId="{2D3FBDEE-43F3-074B-465B-078985912303}"/>
          </ac:spMkLst>
        </pc:spChg>
        <pc:spChg chg="mod">
          <ac:chgData name="Powadi, Anirudha A [E CPE]" userId="9fbef89f-cf32-4252-a490-64855482fec0" providerId="ADAL" clId="{C8992F02-B88E-DD4F-B431-4A887EFE237F}" dt="2025-04-27T00:47:53.635" v="3009" actId="26606"/>
          <ac:spMkLst>
            <pc:docMk/>
            <pc:sldMk cId="998243848" sldId="2159"/>
            <ac:spMk id="3" creationId="{F90196B7-E3F4-CDA6-D940-A176CAD963AB}"/>
          </ac:spMkLst>
        </pc:spChg>
        <pc:spChg chg="mod">
          <ac:chgData name="Powadi, Anirudha A [E CPE]" userId="9fbef89f-cf32-4252-a490-64855482fec0" providerId="ADAL" clId="{C8992F02-B88E-DD4F-B431-4A887EFE237F}" dt="2025-04-27T00:47:53.635" v="3009" actId="26606"/>
          <ac:spMkLst>
            <pc:docMk/>
            <pc:sldMk cId="998243848" sldId="2159"/>
            <ac:spMk id="4" creationId="{A01BB31A-3800-F252-EDCD-EDB48FD907A9}"/>
          </ac:spMkLst>
        </pc:spChg>
        <pc:spChg chg="add">
          <ac:chgData name="Powadi, Anirudha A [E CPE]" userId="9fbef89f-cf32-4252-a490-64855482fec0" providerId="ADAL" clId="{C8992F02-B88E-DD4F-B431-4A887EFE237F}" dt="2025-04-27T00:49:28.800" v="3075" actId="26606"/>
          <ac:spMkLst>
            <pc:docMk/>
            <pc:sldMk cId="998243848" sldId="2159"/>
            <ac:spMk id="66" creationId="{3A9C15D4-2EE7-4D05-B87C-91D1F3B9604B}"/>
          </ac:spMkLst>
        </pc:spChg>
        <pc:spChg chg="add">
          <ac:chgData name="Powadi, Anirudha A [E CPE]" userId="9fbef89f-cf32-4252-a490-64855482fec0" providerId="ADAL" clId="{C8992F02-B88E-DD4F-B431-4A887EFE237F}" dt="2025-04-27T00:49:28.800" v="3075" actId="26606"/>
          <ac:spMkLst>
            <pc:docMk/>
            <pc:sldMk cId="998243848" sldId="2159"/>
            <ac:spMk id="67" creationId="{4ED7B0FB-9654-4441-9545-02D458B68620}"/>
          </ac:spMkLst>
        </pc:spChg>
        <pc:graphicFrameChg chg="add mod">
          <ac:chgData name="Powadi, Anirudha A [E CPE]" userId="9fbef89f-cf32-4252-a490-64855482fec0" providerId="ADAL" clId="{C8992F02-B88E-DD4F-B431-4A887EFE237F}" dt="2025-04-27T00:47:49.655" v="3008"/>
          <ac:graphicFrameMkLst>
            <pc:docMk/>
            <pc:sldMk cId="998243848" sldId="2159"/>
            <ac:graphicFrameMk id="5" creationId="{06560616-6E4D-3FF9-3BD1-E6C9C35655A1}"/>
          </ac:graphicFrameMkLst>
        </pc:graphicFrameChg>
        <pc:picChg chg="add">
          <ac:chgData name="Powadi, Anirudha A [E CPE]" userId="9fbef89f-cf32-4252-a490-64855482fec0" providerId="ADAL" clId="{C8992F02-B88E-DD4F-B431-4A887EFE237F}" dt="2025-04-27T00:49:28.800" v="3075" actId="26606"/>
          <ac:picMkLst>
            <pc:docMk/>
            <pc:sldMk cId="998243848" sldId="2159"/>
            <ac:picMk id="64" creationId="{7407B0FF-43E0-4B2E-B48B-C2A472D103F9}"/>
          </ac:picMkLst>
        </pc:picChg>
        <pc:picChg chg="add">
          <ac:chgData name="Powadi, Anirudha A [E CPE]" userId="9fbef89f-cf32-4252-a490-64855482fec0" providerId="ADAL" clId="{C8992F02-B88E-DD4F-B431-4A887EFE237F}" dt="2025-04-27T00:49:28.800" v="3075" actId="26606"/>
          <ac:picMkLst>
            <pc:docMk/>
            <pc:sldMk cId="998243848" sldId="2159"/>
            <ac:picMk id="65" creationId="{7CAC6C18-4147-48ED-8B6A-19B3E0D89163}"/>
          </ac:picMkLst>
        </pc:picChg>
        <pc:picChg chg="add">
          <ac:chgData name="Powadi, Anirudha A [E CPE]" userId="9fbef89f-cf32-4252-a490-64855482fec0" providerId="ADAL" clId="{C8992F02-B88E-DD4F-B431-4A887EFE237F}" dt="2025-04-27T00:49:28.800" v="3075" actId="26606"/>
          <ac:picMkLst>
            <pc:docMk/>
            <pc:sldMk cId="998243848" sldId="2159"/>
            <ac:picMk id="69" creationId="{6AEBDF1A-221A-4497-BBA9-57A70D161510}"/>
          </ac:picMkLst>
        </pc:picChg>
      </pc:sldChg>
      <pc:sldChg chg="addSp delSp modSp add mod setBg delDesignElem">
        <pc:chgData name="Powadi, Anirudha A [E CPE]" userId="9fbef89f-cf32-4252-a490-64855482fec0" providerId="ADAL" clId="{C8992F02-B88E-DD4F-B431-4A887EFE237F}" dt="2025-04-27T04:17:55.412" v="3250" actId="1076"/>
        <pc:sldMkLst>
          <pc:docMk/>
          <pc:sldMk cId="407980163" sldId="2160"/>
        </pc:sldMkLst>
        <pc:spChg chg="mod">
          <ac:chgData name="Powadi, Anirudha A [E CPE]" userId="9fbef89f-cf32-4252-a490-64855482fec0" providerId="ADAL" clId="{C8992F02-B88E-DD4F-B431-4A887EFE237F}" dt="2025-04-27T00:49:04.858" v="3071" actId="122"/>
          <ac:spMkLst>
            <pc:docMk/>
            <pc:sldMk cId="407980163" sldId="2160"/>
            <ac:spMk id="2" creationId="{D6F9D26A-4E8E-71B6-0EB9-EEDC94086D71}"/>
          </ac:spMkLst>
        </pc:spChg>
        <pc:spChg chg="add">
          <ac:chgData name="Powadi, Anirudha A [E CPE]" userId="9fbef89f-cf32-4252-a490-64855482fec0" providerId="ADAL" clId="{C8992F02-B88E-DD4F-B431-4A887EFE237F}" dt="2025-04-27T00:48:32.566" v="3040" actId="26606"/>
          <ac:spMkLst>
            <pc:docMk/>
            <pc:sldMk cId="407980163" sldId="2160"/>
            <ac:spMk id="14" creationId="{3A9C15D4-2EE7-4D05-B87C-91D1F3B9604B}"/>
          </ac:spMkLst>
        </pc:spChg>
        <pc:spChg chg="add">
          <ac:chgData name="Powadi, Anirudha A [E CPE]" userId="9fbef89f-cf32-4252-a490-64855482fec0" providerId="ADAL" clId="{C8992F02-B88E-DD4F-B431-4A887EFE237F}" dt="2025-04-27T00:48:32.566" v="3040" actId="26606"/>
          <ac:spMkLst>
            <pc:docMk/>
            <pc:sldMk cId="407980163" sldId="2160"/>
            <ac:spMk id="16" creationId="{4ED7B0FB-9654-4441-9545-02D458B68620}"/>
          </ac:spMkLst>
        </pc:spChg>
        <pc:picChg chg="add mod modCrop">
          <ac:chgData name="Powadi, Anirudha A [E CPE]" userId="9fbef89f-cf32-4252-a490-64855482fec0" providerId="ADAL" clId="{C8992F02-B88E-DD4F-B431-4A887EFE237F}" dt="2025-04-27T04:17:55.412" v="3250" actId="1076"/>
          <ac:picMkLst>
            <pc:docMk/>
            <pc:sldMk cId="407980163" sldId="2160"/>
            <ac:picMk id="6" creationId="{04E7A027-1929-E0D2-D28C-852A2DF6751C}"/>
          </ac:picMkLst>
        </pc:picChg>
        <pc:picChg chg="add">
          <ac:chgData name="Powadi, Anirudha A [E CPE]" userId="9fbef89f-cf32-4252-a490-64855482fec0" providerId="ADAL" clId="{C8992F02-B88E-DD4F-B431-4A887EFE237F}" dt="2025-04-27T00:48:32.566" v="3040" actId="26606"/>
          <ac:picMkLst>
            <pc:docMk/>
            <pc:sldMk cId="407980163" sldId="2160"/>
            <ac:picMk id="10" creationId="{7407B0FF-43E0-4B2E-B48B-C2A472D103F9}"/>
          </ac:picMkLst>
        </pc:picChg>
        <pc:picChg chg="add">
          <ac:chgData name="Powadi, Anirudha A [E CPE]" userId="9fbef89f-cf32-4252-a490-64855482fec0" providerId="ADAL" clId="{C8992F02-B88E-DD4F-B431-4A887EFE237F}" dt="2025-04-27T00:48:32.566" v="3040" actId="26606"/>
          <ac:picMkLst>
            <pc:docMk/>
            <pc:sldMk cId="407980163" sldId="2160"/>
            <ac:picMk id="12" creationId="{7CAC6C18-4147-48ED-8B6A-19B3E0D89163}"/>
          </ac:picMkLst>
        </pc:picChg>
        <pc:picChg chg="add">
          <ac:chgData name="Powadi, Anirudha A [E CPE]" userId="9fbef89f-cf32-4252-a490-64855482fec0" providerId="ADAL" clId="{C8992F02-B88E-DD4F-B431-4A887EFE237F}" dt="2025-04-27T00:48:32.566" v="3040" actId="26606"/>
          <ac:picMkLst>
            <pc:docMk/>
            <pc:sldMk cId="407980163" sldId="2160"/>
            <ac:picMk id="18" creationId="{7BB94C57-FDF3-45A3-9D1F-904523D795D4}"/>
          </ac:picMkLst>
        </pc:picChg>
        <pc:picChg chg="add">
          <ac:chgData name="Powadi, Anirudha A [E CPE]" userId="9fbef89f-cf32-4252-a490-64855482fec0" providerId="ADAL" clId="{C8992F02-B88E-DD4F-B431-4A887EFE237F}" dt="2025-04-27T00:48:32.566" v="3040" actId="26606"/>
          <ac:picMkLst>
            <pc:docMk/>
            <pc:sldMk cId="407980163" sldId="2160"/>
            <ac:picMk id="20" creationId="{6AEBDF1A-221A-4497-BBA9-57A70D161510}"/>
          </ac:picMkLst>
        </pc:picChg>
      </pc:sldChg>
      <pc:sldChg chg="addSp delSp modSp add mod setBg delDesignElem">
        <pc:chgData name="Powadi, Anirudha A [E CPE]" userId="9fbef89f-cf32-4252-a490-64855482fec0" providerId="ADAL" clId="{C8992F02-B88E-DD4F-B431-4A887EFE237F}" dt="2025-04-27T03:38:08.800" v="3145" actId="14100"/>
        <pc:sldMkLst>
          <pc:docMk/>
          <pc:sldMk cId="441501999" sldId="2161"/>
        </pc:sldMkLst>
        <pc:spChg chg="mod">
          <ac:chgData name="Powadi, Anirudha A [E CPE]" userId="9fbef89f-cf32-4252-a490-64855482fec0" providerId="ADAL" clId="{C8992F02-B88E-DD4F-B431-4A887EFE237F}" dt="2025-04-27T03:36:32.876" v="3100" actId="20577"/>
          <ac:spMkLst>
            <pc:docMk/>
            <pc:sldMk cId="441501999" sldId="2161"/>
            <ac:spMk id="2" creationId="{4702251B-EA0D-E6B3-18A0-ECB7536F3E4C}"/>
          </ac:spMkLst>
        </pc:spChg>
        <pc:spChg chg="add mod">
          <ac:chgData name="Powadi, Anirudha A [E CPE]" userId="9fbef89f-cf32-4252-a490-64855482fec0" providerId="ADAL" clId="{C8992F02-B88E-DD4F-B431-4A887EFE237F}" dt="2025-04-27T03:38:08.800" v="3145" actId="14100"/>
          <ac:spMkLst>
            <pc:docMk/>
            <pc:sldMk cId="441501999" sldId="2161"/>
            <ac:spMk id="5" creationId="{660038F0-8617-0FA4-5521-6EE70F4692D0}"/>
          </ac:spMkLst>
        </pc:spChg>
        <pc:spChg chg="add">
          <ac:chgData name="Powadi, Anirudha A [E CPE]" userId="9fbef89f-cf32-4252-a490-64855482fec0" providerId="ADAL" clId="{C8992F02-B88E-DD4F-B431-4A887EFE237F}" dt="2025-04-27T03:34:58.021" v="3082" actId="26606"/>
          <ac:spMkLst>
            <pc:docMk/>
            <pc:sldMk cId="441501999" sldId="2161"/>
            <ac:spMk id="28" creationId="{3A9C15D4-2EE7-4D05-B87C-91D1F3B9604B}"/>
          </ac:spMkLst>
        </pc:spChg>
        <pc:spChg chg="add">
          <ac:chgData name="Powadi, Anirudha A [E CPE]" userId="9fbef89f-cf32-4252-a490-64855482fec0" providerId="ADAL" clId="{C8992F02-B88E-DD4F-B431-4A887EFE237F}" dt="2025-04-27T03:34:58.021" v="3082" actId="26606"/>
          <ac:spMkLst>
            <pc:docMk/>
            <pc:sldMk cId="441501999" sldId="2161"/>
            <ac:spMk id="30" creationId="{4ED7B0FB-9654-4441-9545-02D458B68620}"/>
          </ac:spMkLst>
        </pc:spChg>
        <pc:picChg chg="add">
          <ac:chgData name="Powadi, Anirudha A [E CPE]" userId="9fbef89f-cf32-4252-a490-64855482fec0" providerId="ADAL" clId="{C8992F02-B88E-DD4F-B431-4A887EFE237F}" dt="2025-04-27T03:34:58.021" v="3082" actId="26606"/>
          <ac:picMkLst>
            <pc:docMk/>
            <pc:sldMk cId="441501999" sldId="2161"/>
            <ac:picMk id="26" creationId="{7407B0FF-43E0-4B2E-B48B-C2A472D103F9}"/>
          </ac:picMkLst>
        </pc:picChg>
        <pc:picChg chg="add">
          <ac:chgData name="Powadi, Anirudha A [E CPE]" userId="9fbef89f-cf32-4252-a490-64855482fec0" providerId="ADAL" clId="{C8992F02-B88E-DD4F-B431-4A887EFE237F}" dt="2025-04-27T03:34:58.021" v="3082" actId="26606"/>
          <ac:picMkLst>
            <pc:docMk/>
            <pc:sldMk cId="441501999" sldId="2161"/>
            <ac:picMk id="27" creationId="{7CAC6C18-4147-48ED-8B6A-19B3E0D89163}"/>
          </ac:picMkLst>
        </pc:picChg>
        <pc:picChg chg="add">
          <ac:chgData name="Powadi, Anirudha A [E CPE]" userId="9fbef89f-cf32-4252-a490-64855482fec0" providerId="ADAL" clId="{C8992F02-B88E-DD4F-B431-4A887EFE237F}" dt="2025-04-27T03:34:58.021" v="3082" actId="26606"/>
          <ac:picMkLst>
            <pc:docMk/>
            <pc:sldMk cId="441501999" sldId="2161"/>
            <ac:picMk id="32" creationId="{7BB94C57-FDF3-45A3-9D1F-904523D795D4}"/>
          </ac:picMkLst>
        </pc:picChg>
        <pc:picChg chg="add">
          <ac:chgData name="Powadi, Anirudha A [E CPE]" userId="9fbef89f-cf32-4252-a490-64855482fec0" providerId="ADAL" clId="{C8992F02-B88E-DD4F-B431-4A887EFE237F}" dt="2025-04-27T03:34:58.021" v="3082" actId="26606"/>
          <ac:picMkLst>
            <pc:docMk/>
            <pc:sldMk cId="441501999" sldId="2161"/>
            <ac:picMk id="34" creationId="{6AEBDF1A-221A-4497-BBA9-57A70D161510}"/>
          </ac:picMkLst>
        </pc:picChg>
        <pc:picChg chg="add mod">
          <ac:chgData name="Powadi, Anirudha A [E CPE]" userId="9fbef89f-cf32-4252-a490-64855482fec0" providerId="ADAL" clId="{C8992F02-B88E-DD4F-B431-4A887EFE237F}" dt="2025-04-27T03:35:53.904" v="3091" actId="14100"/>
          <ac:picMkLst>
            <pc:docMk/>
            <pc:sldMk cId="441501999" sldId="2161"/>
            <ac:picMk id="1026" creationId="{456B03C3-BE7C-A7BB-C33E-B25FAC4A1B1C}"/>
          </ac:picMkLst>
        </pc:picChg>
      </pc:sldChg>
      <pc:sldChg chg="addSp delSp add del setBg delDesignElem">
        <pc:chgData name="Powadi, Anirudha A [E CPE]" userId="9fbef89f-cf32-4252-a490-64855482fec0" providerId="ADAL" clId="{C8992F02-B88E-DD4F-B431-4A887EFE237F}" dt="2025-04-27T03:35:07.791" v="3086"/>
        <pc:sldMkLst>
          <pc:docMk/>
          <pc:sldMk cId="3946487823" sldId="2162"/>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ata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8.xml.rels><?xml version="1.0" encoding="UTF-8" standalone="yes"?>
<Relationships xmlns="http://schemas.openxmlformats.org/package/2006/relationships"><Relationship Id="rId1" Type="http://schemas.openxmlformats.org/officeDocument/2006/relationships/hyperlink" Target="https://www.kernel.org/pub/linux/kernel/v2.6/ChangeLog-2.6.1" TargetMode="External"/></Relationships>
</file>

<file path=ppt/diagrams/_rels/data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ata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12.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5.svg"/><Relationship Id="rId5" Type="http://schemas.openxmlformats.org/officeDocument/2006/relationships/image" Target="../media/image32.png"/><Relationship Id="rId4" Type="http://schemas.openxmlformats.org/officeDocument/2006/relationships/image" Target="../media/image4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8.xml.rels><?xml version="1.0" encoding="UTF-8" standalone="yes"?>
<Relationships xmlns="http://schemas.openxmlformats.org/package/2006/relationships"><Relationship Id="rId1" Type="http://schemas.openxmlformats.org/officeDocument/2006/relationships/hyperlink" Target="https://www.kernel.org/pub/linux/kernel/v2.6/ChangeLog-2.6.1" TargetMode="External"/></Relationships>
</file>

<file path=ppt/diagrams/_rels/drawing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5.svg"/><Relationship Id="rId5" Type="http://schemas.openxmlformats.org/officeDocument/2006/relationships/image" Target="../media/image32.pn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6D9F2F-B893-4FD2-97B5-285D384C4D3B}"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C90C6CBD-7475-460D-BFCA-9AD2F07D56CF}">
      <dgm:prSet/>
      <dgm:spPr/>
      <dgm:t>
        <a:bodyPr/>
        <a:lstStyle/>
        <a:p>
          <a:r>
            <a:rPr lang="en-US" b="0" i="0" baseline="0"/>
            <a:t>Introduction to Patch Classification and LLMs </a:t>
          </a:r>
          <a:endParaRPr lang="en-US"/>
        </a:p>
      </dgm:t>
    </dgm:pt>
    <dgm:pt modelId="{363B84A4-3DCF-4A75-B270-75C8B5C0EA73}" type="parTrans" cxnId="{3E50A63C-F85C-4154-BA7C-326D6115681D}">
      <dgm:prSet/>
      <dgm:spPr/>
      <dgm:t>
        <a:bodyPr/>
        <a:lstStyle/>
        <a:p>
          <a:endParaRPr lang="en-US"/>
        </a:p>
      </dgm:t>
    </dgm:pt>
    <dgm:pt modelId="{B9145AB4-AB48-4D52-BEB6-CF7C7AE4264F}" type="sibTrans" cxnId="{3E50A63C-F85C-4154-BA7C-326D6115681D}">
      <dgm:prSet phldrT="01" phldr="0"/>
      <dgm:spPr/>
      <dgm:t>
        <a:bodyPr/>
        <a:lstStyle/>
        <a:p>
          <a:endParaRPr lang="en-US"/>
        </a:p>
      </dgm:t>
    </dgm:pt>
    <dgm:pt modelId="{14F7793F-CABF-4DE6-A31A-681121A2BA50}">
      <dgm:prSet/>
      <dgm:spPr/>
      <dgm:t>
        <a:bodyPr/>
        <a:lstStyle/>
        <a:p>
          <a:r>
            <a:rPr lang="en-US" b="0" i="0" baseline="0"/>
            <a:t>Related Work </a:t>
          </a:r>
          <a:endParaRPr lang="en-US"/>
        </a:p>
      </dgm:t>
    </dgm:pt>
    <dgm:pt modelId="{3CB2A84C-D7C1-4FC1-BFC6-98B342798D04}" type="parTrans" cxnId="{1E424E29-479E-4D7C-8BA8-D042F80E875D}">
      <dgm:prSet/>
      <dgm:spPr/>
      <dgm:t>
        <a:bodyPr/>
        <a:lstStyle/>
        <a:p>
          <a:endParaRPr lang="en-US"/>
        </a:p>
      </dgm:t>
    </dgm:pt>
    <dgm:pt modelId="{8EE0E183-4ED4-4251-941D-2324B52F6C30}" type="sibTrans" cxnId="{1E424E29-479E-4D7C-8BA8-D042F80E875D}">
      <dgm:prSet phldrT="02" phldr="0"/>
      <dgm:spPr/>
      <dgm:t>
        <a:bodyPr/>
        <a:lstStyle/>
        <a:p>
          <a:endParaRPr lang="en-US"/>
        </a:p>
      </dgm:t>
    </dgm:pt>
    <dgm:pt modelId="{A76CDAC5-92B8-4F7B-B0B4-BDCB3FF9EB77}">
      <dgm:prSet/>
      <dgm:spPr/>
      <dgm:t>
        <a:bodyPr/>
        <a:lstStyle/>
        <a:p>
          <a:r>
            <a:rPr lang="en-US" b="0" i="0" baseline="0"/>
            <a:t>Contribution </a:t>
          </a:r>
          <a:endParaRPr lang="en-US"/>
        </a:p>
      </dgm:t>
    </dgm:pt>
    <dgm:pt modelId="{24B3BE04-950E-4991-AE9B-3DFC7812A6CE}" type="parTrans" cxnId="{EBBD03EB-2D8C-49DA-B2FC-F1096E94DF45}">
      <dgm:prSet/>
      <dgm:spPr/>
      <dgm:t>
        <a:bodyPr/>
        <a:lstStyle/>
        <a:p>
          <a:endParaRPr lang="en-US"/>
        </a:p>
      </dgm:t>
    </dgm:pt>
    <dgm:pt modelId="{DF534A14-2925-4FDA-82BB-E08B3B775430}" type="sibTrans" cxnId="{EBBD03EB-2D8C-49DA-B2FC-F1096E94DF45}">
      <dgm:prSet phldrT="03" phldr="0"/>
      <dgm:spPr/>
      <dgm:t>
        <a:bodyPr/>
        <a:lstStyle/>
        <a:p>
          <a:endParaRPr lang="en-US"/>
        </a:p>
      </dgm:t>
    </dgm:pt>
    <dgm:pt modelId="{5D9EF418-497F-4CBF-B613-1A0B0D072D34}">
      <dgm:prSet/>
      <dgm:spPr/>
      <dgm:t>
        <a:bodyPr/>
        <a:lstStyle/>
        <a:p>
          <a:r>
            <a:rPr lang="en-US" b="0" i="0" baseline="0"/>
            <a:t>Materials and Methods </a:t>
          </a:r>
          <a:endParaRPr lang="en-US"/>
        </a:p>
      </dgm:t>
    </dgm:pt>
    <dgm:pt modelId="{AA1CB897-57DE-4F75-9E69-52D805AE8D4E}" type="parTrans" cxnId="{B24F2C09-407F-412F-AA03-55860F83D9AA}">
      <dgm:prSet/>
      <dgm:spPr/>
      <dgm:t>
        <a:bodyPr/>
        <a:lstStyle/>
        <a:p>
          <a:endParaRPr lang="en-US"/>
        </a:p>
      </dgm:t>
    </dgm:pt>
    <dgm:pt modelId="{1028D359-5E82-45F1-891C-FBA8ADEAF9B6}" type="sibTrans" cxnId="{B24F2C09-407F-412F-AA03-55860F83D9AA}">
      <dgm:prSet phldrT="04" phldr="0"/>
      <dgm:spPr/>
      <dgm:t>
        <a:bodyPr/>
        <a:lstStyle/>
        <a:p>
          <a:endParaRPr lang="en-US"/>
        </a:p>
      </dgm:t>
    </dgm:pt>
    <dgm:pt modelId="{8D327840-CB50-4873-9C04-ABEBB1CA1450}">
      <dgm:prSet/>
      <dgm:spPr/>
      <dgm:t>
        <a:bodyPr/>
        <a:lstStyle/>
        <a:p>
          <a:r>
            <a:rPr lang="en-US" b="0" i="0" baseline="0"/>
            <a:t>Results </a:t>
          </a:r>
          <a:endParaRPr lang="en-US"/>
        </a:p>
      </dgm:t>
    </dgm:pt>
    <dgm:pt modelId="{ADCD75FB-1FA9-4825-ABE2-AB132A681F61}" type="parTrans" cxnId="{27ABBA0C-0DA3-4AC5-83C3-11E6929D2047}">
      <dgm:prSet/>
      <dgm:spPr/>
      <dgm:t>
        <a:bodyPr/>
        <a:lstStyle/>
        <a:p>
          <a:endParaRPr lang="en-US"/>
        </a:p>
      </dgm:t>
    </dgm:pt>
    <dgm:pt modelId="{5E34BBDB-375B-40CE-A937-5BAAEB9C5CCC}" type="sibTrans" cxnId="{27ABBA0C-0DA3-4AC5-83C3-11E6929D2047}">
      <dgm:prSet phldrT="05" phldr="0"/>
      <dgm:spPr/>
      <dgm:t>
        <a:bodyPr/>
        <a:lstStyle/>
        <a:p>
          <a:endParaRPr lang="en-US"/>
        </a:p>
      </dgm:t>
    </dgm:pt>
    <dgm:pt modelId="{F666AE9B-750A-4317-A971-654FB9DEEB28}">
      <dgm:prSet/>
      <dgm:spPr/>
      <dgm:t>
        <a:bodyPr/>
        <a:lstStyle/>
        <a:p>
          <a:r>
            <a:rPr lang="en-US" b="0" i="0" baseline="0"/>
            <a:t>Conclusion and Future Work</a:t>
          </a:r>
          <a:endParaRPr lang="en-US"/>
        </a:p>
      </dgm:t>
    </dgm:pt>
    <dgm:pt modelId="{98F652AA-759E-4C88-850F-4E80A1EE346E}" type="parTrans" cxnId="{49D87347-B697-4927-A847-27648B74DD83}">
      <dgm:prSet/>
      <dgm:spPr/>
      <dgm:t>
        <a:bodyPr/>
        <a:lstStyle/>
        <a:p>
          <a:endParaRPr lang="en-US"/>
        </a:p>
      </dgm:t>
    </dgm:pt>
    <dgm:pt modelId="{20D50AC2-C31D-42BB-994E-5C85FF091F88}" type="sibTrans" cxnId="{49D87347-B697-4927-A847-27648B74DD83}">
      <dgm:prSet phldrT="06" phldr="0"/>
      <dgm:spPr/>
      <dgm:t>
        <a:bodyPr/>
        <a:lstStyle/>
        <a:p>
          <a:endParaRPr lang="en-US"/>
        </a:p>
      </dgm:t>
    </dgm:pt>
    <dgm:pt modelId="{D5417B85-7A01-5048-82B7-4D11BAD1CDA9}" type="pres">
      <dgm:prSet presAssocID="{066D9F2F-B893-4FD2-97B5-285D384C4D3B}" presName="vert0" presStyleCnt="0">
        <dgm:presLayoutVars>
          <dgm:dir/>
          <dgm:animOne val="branch"/>
          <dgm:animLvl val="lvl"/>
        </dgm:presLayoutVars>
      </dgm:prSet>
      <dgm:spPr/>
    </dgm:pt>
    <dgm:pt modelId="{2DBC8372-9753-5341-99CD-2F23C2850D58}" type="pres">
      <dgm:prSet presAssocID="{C90C6CBD-7475-460D-BFCA-9AD2F07D56CF}" presName="thickLine" presStyleLbl="alignNode1" presStyleIdx="0" presStyleCnt="6"/>
      <dgm:spPr/>
    </dgm:pt>
    <dgm:pt modelId="{D70D68F2-E34B-2D41-9213-F6026E372C81}" type="pres">
      <dgm:prSet presAssocID="{C90C6CBD-7475-460D-BFCA-9AD2F07D56CF}" presName="horz1" presStyleCnt="0"/>
      <dgm:spPr/>
    </dgm:pt>
    <dgm:pt modelId="{4B1B6878-7F9A-AE41-B70B-0B73F3D7E30A}" type="pres">
      <dgm:prSet presAssocID="{C90C6CBD-7475-460D-BFCA-9AD2F07D56CF}" presName="tx1" presStyleLbl="revTx" presStyleIdx="0" presStyleCnt="6"/>
      <dgm:spPr/>
    </dgm:pt>
    <dgm:pt modelId="{CD0DB9A4-4237-6A41-BE84-B4AC4D14DEB6}" type="pres">
      <dgm:prSet presAssocID="{C90C6CBD-7475-460D-BFCA-9AD2F07D56CF}" presName="vert1" presStyleCnt="0"/>
      <dgm:spPr/>
    </dgm:pt>
    <dgm:pt modelId="{ADF2D350-F205-DC40-9D07-0AA0BEDC9086}" type="pres">
      <dgm:prSet presAssocID="{14F7793F-CABF-4DE6-A31A-681121A2BA50}" presName="thickLine" presStyleLbl="alignNode1" presStyleIdx="1" presStyleCnt="6"/>
      <dgm:spPr/>
    </dgm:pt>
    <dgm:pt modelId="{2B30B1DA-BE8B-354C-8889-362541077ABD}" type="pres">
      <dgm:prSet presAssocID="{14F7793F-CABF-4DE6-A31A-681121A2BA50}" presName="horz1" presStyleCnt="0"/>
      <dgm:spPr/>
    </dgm:pt>
    <dgm:pt modelId="{843A273A-E36B-BE4A-82E2-0B06141627CC}" type="pres">
      <dgm:prSet presAssocID="{14F7793F-CABF-4DE6-A31A-681121A2BA50}" presName="tx1" presStyleLbl="revTx" presStyleIdx="1" presStyleCnt="6"/>
      <dgm:spPr/>
    </dgm:pt>
    <dgm:pt modelId="{71656A75-D2B4-734A-AC17-F1639E47EA83}" type="pres">
      <dgm:prSet presAssocID="{14F7793F-CABF-4DE6-A31A-681121A2BA50}" presName="vert1" presStyleCnt="0"/>
      <dgm:spPr/>
    </dgm:pt>
    <dgm:pt modelId="{ACE943C8-BF2D-414B-9692-E83B331F4432}" type="pres">
      <dgm:prSet presAssocID="{A76CDAC5-92B8-4F7B-B0B4-BDCB3FF9EB77}" presName="thickLine" presStyleLbl="alignNode1" presStyleIdx="2" presStyleCnt="6"/>
      <dgm:spPr/>
    </dgm:pt>
    <dgm:pt modelId="{C1206DFB-8A6F-A241-9B56-D5FADA8871D7}" type="pres">
      <dgm:prSet presAssocID="{A76CDAC5-92B8-4F7B-B0B4-BDCB3FF9EB77}" presName="horz1" presStyleCnt="0"/>
      <dgm:spPr/>
    </dgm:pt>
    <dgm:pt modelId="{6727DBF8-A14B-184E-8764-CD453DA976AE}" type="pres">
      <dgm:prSet presAssocID="{A76CDAC5-92B8-4F7B-B0B4-BDCB3FF9EB77}" presName="tx1" presStyleLbl="revTx" presStyleIdx="2" presStyleCnt="6"/>
      <dgm:spPr/>
    </dgm:pt>
    <dgm:pt modelId="{3A094ECE-0FE9-A54F-A06C-207C15EFF784}" type="pres">
      <dgm:prSet presAssocID="{A76CDAC5-92B8-4F7B-B0B4-BDCB3FF9EB77}" presName="vert1" presStyleCnt="0"/>
      <dgm:spPr/>
    </dgm:pt>
    <dgm:pt modelId="{BDB2137C-E427-BF4E-9155-FB564E9A06EA}" type="pres">
      <dgm:prSet presAssocID="{5D9EF418-497F-4CBF-B613-1A0B0D072D34}" presName="thickLine" presStyleLbl="alignNode1" presStyleIdx="3" presStyleCnt="6"/>
      <dgm:spPr/>
    </dgm:pt>
    <dgm:pt modelId="{2C702C41-5F07-4141-92DB-B35CB74CC3AE}" type="pres">
      <dgm:prSet presAssocID="{5D9EF418-497F-4CBF-B613-1A0B0D072D34}" presName="horz1" presStyleCnt="0"/>
      <dgm:spPr/>
    </dgm:pt>
    <dgm:pt modelId="{0756208A-86AC-2443-A6AC-C5E81B214AC2}" type="pres">
      <dgm:prSet presAssocID="{5D9EF418-497F-4CBF-B613-1A0B0D072D34}" presName="tx1" presStyleLbl="revTx" presStyleIdx="3" presStyleCnt="6"/>
      <dgm:spPr/>
    </dgm:pt>
    <dgm:pt modelId="{E57C9EDD-416B-4C41-9D96-B44ED224EEF6}" type="pres">
      <dgm:prSet presAssocID="{5D9EF418-497F-4CBF-B613-1A0B0D072D34}" presName="vert1" presStyleCnt="0"/>
      <dgm:spPr/>
    </dgm:pt>
    <dgm:pt modelId="{F17B8A62-9CF4-D141-8500-974B927639AD}" type="pres">
      <dgm:prSet presAssocID="{8D327840-CB50-4873-9C04-ABEBB1CA1450}" presName="thickLine" presStyleLbl="alignNode1" presStyleIdx="4" presStyleCnt="6"/>
      <dgm:spPr/>
    </dgm:pt>
    <dgm:pt modelId="{258BCE42-51A5-B943-A88E-189078D2DBBF}" type="pres">
      <dgm:prSet presAssocID="{8D327840-CB50-4873-9C04-ABEBB1CA1450}" presName="horz1" presStyleCnt="0"/>
      <dgm:spPr/>
    </dgm:pt>
    <dgm:pt modelId="{C574800E-28B9-614E-BE77-BDD10229C237}" type="pres">
      <dgm:prSet presAssocID="{8D327840-CB50-4873-9C04-ABEBB1CA1450}" presName="tx1" presStyleLbl="revTx" presStyleIdx="4" presStyleCnt="6"/>
      <dgm:spPr/>
    </dgm:pt>
    <dgm:pt modelId="{A57042F1-FB11-1747-A013-DBAB0C76794E}" type="pres">
      <dgm:prSet presAssocID="{8D327840-CB50-4873-9C04-ABEBB1CA1450}" presName="vert1" presStyleCnt="0"/>
      <dgm:spPr/>
    </dgm:pt>
    <dgm:pt modelId="{0A527911-04DB-E142-AB54-514EDF54B2A7}" type="pres">
      <dgm:prSet presAssocID="{F666AE9B-750A-4317-A971-654FB9DEEB28}" presName="thickLine" presStyleLbl="alignNode1" presStyleIdx="5" presStyleCnt="6"/>
      <dgm:spPr/>
    </dgm:pt>
    <dgm:pt modelId="{4500F398-438B-1645-BFFF-350A94D0618B}" type="pres">
      <dgm:prSet presAssocID="{F666AE9B-750A-4317-A971-654FB9DEEB28}" presName="horz1" presStyleCnt="0"/>
      <dgm:spPr/>
    </dgm:pt>
    <dgm:pt modelId="{38F94A77-C506-A047-84F1-3D76640F8B68}" type="pres">
      <dgm:prSet presAssocID="{F666AE9B-750A-4317-A971-654FB9DEEB28}" presName="tx1" presStyleLbl="revTx" presStyleIdx="5" presStyleCnt="6"/>
      <dgm:spPr/>
    </dgm:pt>
    <dgm:pt modelId="{A464BEFC-ACC9-8945-996F-C3BE5D77DC87}" type="pres">
      <dgm:prSet presAssocID="{F666AE9B-750A-4317-A971-654FB9DEEB28}" presName="vert1" presStyleCnt="0"/>
      <dgm:spPr/>
    </dgm:pt>
  </dgm:ptLst>
  <dgm:cxnLst>
    <dgm:cxn modelId="{B24F2C09-407F-412F-AA03-55860F83D9AA}" srcId="{066D9F2F-B893-4FD2-97B5-285D384C4D3B}" destId="{5D9EF418-497F-4CBF-B613-1A0B0D072D34}" srcOrd="3" destOrd="0" parTransId="{AA1CB897-57DE-4F75-9E69-52D805AE8D4E}" sibTransId="{1028D359-5E82-45F1-891C-FBA8ADEAF9B6}"/>
    <dgm:cxn modelId="{27ABBA0C-0DA3-4AC5-83C3-11E6929D2047}" srcId="{066D9F2F-B893-4FD2-97B5-285D384C4D3B}" destId="{8D327840-CB50-4873-9C04-ABEBB1CA1450}" srcOrd="4" destOrd="0" parTransId="{ADCD75FB-1FA9-4825-ABE2-AB132A681F61}" sibTransId="{5E34BBDB-375B-40CE-A937-5BAAEB9C5CCC}"/>
    <dgm:cxn modelId="{1E424E29-479E-4D7C-8BA8-D042F80E875D}" srcId="{066D9F2F-B893-4FD2-97B5-285D384C4D3B}" destId="{14F7793F-CABF-4DE6-A31A-681121A2BA50}" srcOrd="1" destOrd="0" parTransId="{3CB2A84C-D7C1-4FC1-BFC6-98B342798D04}" sibTransId="{8EE0E183-4ED4-4251-941D-2324B52F6C30}"/>
    <dgm:cxn modelId="{2E72462C-AF98-5B42-9B13-315AFED72155}" type="presOf" srcId="{A76CDAC5-92B8-4F7B-B0B4-BDCB3FF9EB77}" destId="{6727DBF8-A14B-184E-8764-CD453DA976AE}" srcOrd="0" destOrd="0" presId="urn:microsoft.com/office/officeart/2008/layout/LinedList"/>
    <dgm:cxn modelId="{C7B41934-4CC9-984E-90B4-A7CD218A8291}" type="presOf" srcId="{5D9EF418-497F-4CBF-B613-1A0B0D072D34}" destId="{0756208A-86AC-2443-A6AC-C5E81B214AC2}" srcOrd="0" destOrd="0" presId="urn:microsoft.com/office/officeart/2008/layout/LinedList"/>
    <dgm:cxn modelId="{3E50A63C-F85C-4154-BA7C-326D6115681D}" srcId="{066D9F2F-B893-4FD2-97B5-285D384C4D3B}" destId="{C90C6CBD-7475-460D-BFCA-9AD2F07D56CF}" srcOrd="0" destOrd="0" parTransId="{363B84A4-3DCF-4A75-B270-75C8B5C0EA73}" sibTransId="{B9145AB4-AB48-4D52-BEB6-CF7C7AE4264F}"/>
    <dgm:cxn modelId="{49D87347-B697-4927-A847-27648B74DD83}" srcId="{066D9F2F-B893-4FD2-97B5-285D384C4D3B}" destId="{F666AE9B-750A-4317-A971-654FB9DEEB28}" srcOrd="5" destOrd="0" parTransId="{98F652AA-759E-4C88-850F-4E80A1EE346E}" sibTransId="{20D50AC2-C31D-42BB-994E-5C85FF091F88}"/>
    <dgm:cxn modelId="{36759A4F-F94F-494F-844B-83BD5474D447}" type="presOf" srcId="{8D327840-CB50-4873-9C04-ABEBB1CA1450}" destId="{C574800E-28B9-614E-BE77-BDD10229C237}" srcOrd="0" destOrd="0" presId="urn:microsoft.com/office/officeart/2008/layout/LinedList"/>
    <dgm:cxn modelId="{5AE8E569-B809-2543-ACF9-16F4EBDB97FC}" type="presOf" srcId="{066D9F2F-B893-4FD2-97B5-285D384C4D3B}" destId="{D5417B85-7A01-5048-82B7-4D11BAD1CDA9}" srcOrd="0" destOrd="0" presId="urn:microsoft.com/office/officeart/2008/layout/LinedList"/>
    <dgm:cxn modelId="{7182816D-3372-084D-B63C-B12381638E99}" type="presOf" srcId="{F666AE9B-750A-4317-A971-654FB9DEEB28}" destId="{38F94A77-C506-A047-84F1-3D76640F8B68}" srcOrd="0" destOrd="0" presId="urn:microsoft.com/office/officeart/2008/layout/LinedList"/>
    <dgm:cxn modelId="{E3A7BAD6-5CC8-774D-BBD6-2EA98A708351}" type="presOf" srcId="{14F7793F-CABF-4DE6-A31A-681121A2BA50}" destId="{843A273A-E36B-BE4A-82E2-0B06141627CC}" srcOrd="0" destOrd="0" presId="urn:microsoft.com/office/officeart/2008/layout/LinedList"/>
    <dgm:cxn modelId="{252DA8E4-D37F-9743-9455-A8A5F77CFE04}" type="presOf" srcId="{C90C6CBD-7475-460D-BFCA-9AD2F07D56CF}" destId="{4B1B6878-7F9A-AE41-B70B-0B73F3D7E30A}" srcOrd="0" destOrd="0" presId="urn:microsoft.com/office/officeart/2008/layout/LinedList"/>
    <dgm:cxn modelId="{EBBD03EB-2D8C-49DA-B2FC-F1096E94DF45}" srcId="{066D9F2F-B893-4FD2-97B5-285D384C4D3B}" destId="{A76CDAC5-92B8-4F7B-B0B4-BDCB3FF9EB77}" srcOrd="2" destOrd="0" parTransId="{24B3BE04-950E-4991-AE9B-3DFC7812A6CE}" sibTransId="{DF534A14-2925-4FDA-82BB-E08B3B775430}"/>
    <dgm:cxn modelId="{D753F857-16F4-7647-8700-865FA853FE5F}" type="presParOf" srcId="{D5417B85-7A01-5048-82B7-4D11BAD1CDA9}" destId="{2DBC8372-9753-5341-99CD-2F23C2850D58}" srcOrd="0" destOrd="0" presId="urn:microsoft.com/office/officeart/2008/layout/LinedList"/>
    <dgm:cxn modelId="{2B1D6817-EB13-FF45-9D24-DD50A7549ACE}" type="presParOf" srcId="{D5417B85-7A01-5048-82B7-4D11BAD1CDA9}" destId="{D70D68F2-E34B-2D41-9213-F6026E372C81}" srcOrd="1" destOrd="0" presId="urn:microsoft.com/office/officeart/2008/layout/LinedList"/>
    <dgm:cxn modelId="{5563D25F-24F7-AE4D-B9CA-9D4A0EED6A04}" type="presParOf" srcId="{D70D68F2-E34B-2D41-9213-F6026E372C81}" destId="{4B1B6878-7F9A-AE41-B70B-0B73F3D7E30A}" srcOrd="0" destOrd="0" presId="urn:microsoft.com/office/officeart/2008/layout/LinedList"/>
    <dgm:cxn modelId="{562B9735-755E-4840-9EE2-3648D66BDB39}" type="presParOf" srcId="{D70D68F2-E34B-2D41-9213-F6026E372C81}" destId="{CD0DB9A4-4237-6A41-BE84-B4AC4D14DEB6}" srcOrd="1" destOrd="0" presId="urn:microsoft.com/office/officeart/2008/layout/LinedList"/>
    <dgm:cxn modelId="{589E16B8-0DDA-924B-B332-DD345F6404F9}" type="presParOf" srcId="{D5417B85-7A01-5048-82B7-4D11BAD1CDA9}" destId="{ADF2D350-F205-DC40-9D07-0AA0BEDC9086}" srcOrd="2" destOrd="0" presId="urn:microsoft.com/office/officeart/2008/layout/LinedList"/>
    <dgm:cxn modelId="{B4E345BB-759C-B34D-AB42-262B8E0A826B}" type="presParOf" srcId="{D5417B85-7A01-5048-82B7-4D11BAD1CDA9}" destId="{2B30B1DA-BE8B-354C-8889-362541077ABD}" srcOrd="3" destOrd="0" presId="urn:microsoft.com/office/officeart/2008/layout/LinedList"/>
    <dgm:cxn modelId="{4E293D1C-644C-624C-A357-D20E2DAAE27E}" type="presParOf" srcId="{2B30B1DA-BE8B-354C-8889-362541077ABD}" destId="{843A273A-E36B-BE4A-82E2-0B06141627CC}" srcOrd="0" destOrd="0" presId="urn:microsoft.com/office/officeart/2008/layout/LinedList"/>
    <dgm:cxn modelId="{B6EBD58F-6240-D24B-89F8-F9B530B9321D}" type="presParOf" srcId="{2B30B1DA-BE8B-354C-8889-362541077ABD}" destId="{71656A75-D2B4-734A-AC17-F1639E47EA83}" srcOrd="1" destOrd="0" presId="urn:microsoft.com/office/officeart/2008/layout/LinedList"/>
    <dgm:cxn modelId="{03F49E7B-C690-2848-AF70-305B069C1E93}" type="presParOf" srcId="{D5417B85-7A01-5048-82B7-4D11BAD1CDA9}" destId="{ACE943C8-BF2D-414B-9692-E83B331F4432}" srcOrd="4" destOrd="0" presId="urn:microsoft.com/office/officeart/2008/layout/LinedList"/>
    <dgm:cxn modelId="{7329D091-37EE-B24F-91A4-E2EEFA4B5E31}" type="presParOf" srcId="{D5417B85-7A01-5048-82B7-4D11BAD1CDA9}" destId="{C1206DFB-8A6F-A241-9B56-D5FADA8871D7}" srcOrd="5" destOrd="0" presId="urn:microsoft.com/office/officeart/2008/layout/LinedList"/>
    <dgm:cxn modelId="{C08B2D2A-49BE-7142-B668-0E7FF17CD11B}" type="presParOf" srcId="{C1206DFB-8A6F-A241-9B56-D5FADA8871D7}" destId="{6727DBF8-A14B-184E-8764-CD453DA976AE}" srcOrd="0" destOrd="0" presId="urn:microsoft.com/office/officeart/2008/layout/LinedList"/>
    <dgm:cxn modelId="{77768058-43C3-984C-B3C7-C2F01DA3549F}" type="presParOf" srcId="{C1206DFB-8A6F-A241-9B56-D5FADA8871D7}" destId="{3A094ECE-0FE9-A54F-A06C-207C15EFF784}" srcOrd="1" destOrd="0" presId="urn:microsoft.com/office/officeart/2008/layout/LinedList"/>
    <dgm:cxn modelId="{28D041D7-9966-8048-A562-492F96FFC683}" type="presParOf" srcId="{D5417B85-7A01-5048-82B7-4D11BAD1CDA9}" destId="{BDB2137C-E427-BF4E-9155-FB564E9A06EA}" srcOrd="6" destOrd="0" presId="urn:microsoft.com/office/officeart/2008/layout/LinedList"/>
    <dgm:cxn modelId="{A8345A27-20C0-1F4F-B7A6-F03AE8FEB18B}" type="presParOf" srcId="{D5417B85-7A01-5048-82B7-4D11BAD1CDA9}" destId="{2C702C41-5F07-4141-92DB-B35CB74CC3AE}" srcOrd="7" destOrd="0" presId="urn:microsoft.com/office/officeart/2008/layout/LinedList"/>
    <dgm:cxn modelId="{8803961C-B58B-5A4A-BBBA-371C7E5D2E31}" type="presParOf" srcId="{2C702C41-5F07-4141-92DB-B35CB74CC3AE}" destId="{0756208A-86AC-2443-A6AC-C5E81B214AC2}" srcOrd="0" destOrd="0" presId="urn:microsoft.com/office/officeart/2008/layout/LinedList"/>
    <dgm:cxn modelId="{458684E3-8D6E-7C41-B2C2-B54DAA581614}" type="presParOf" srcId="{2C702C41-5F07-4141-92DB-B35CB74CC3AE}" destId="{E57C9EDD-416B-4C41-9D96-B44ED224EEF6}" srcOrd="1" destOrd="0" presId="urn:microsoft.com/office/officeart/2008/layout/LinedList"/>
    <dgm:cxn modelId="{989B384E-C215-134B-81DF-27748545938A}" type="presParOf" srcId="{D5417B85-7A01-5048-82B7-4D11BAD1CDA9}" destId="{F17B8A62-9CF4-D141-8500-974B927639AD}" srcOrd="8" destOrd="0" presId="urn:microsoft.com/office/officeart/2008/layout/LinedList"/>
    <dgm:cxn modelId="{BCDA1796-7E22-C24F-819E-85DD4FB16DF5}" type="presParOf" srcId="{D5417B85-7A01-5048-82B7-4D11BAD1CDA9}" destId="{258BCE42-51A5-B943-A88E-189078D2DBBF}" srcOrd="9" destOrd="0" presId="urn:microsoft.com/office/officeart/2008/layout/LinedList"/>
    <dgm:cxn modelId="{3AB5CA41-1401-1643-88AD-89F462A60B3D}" type="presParOf" srcId="{258BCE42-51A5-B943-A88E-189078D2DBBF}" destId="{C574800E-28B9-614E-BE77-BDD10229C237}" srcOrd="0" destOrd="0" presId="urn:microsoft.com/office/officeart/2008/layout/LinedList"/>
    <dgm:cxn modelId="{6ED5EE43-1497-4C47-9CE5-6DD735B0527D}" type="presParOf" srcId="{258BCE42-51A5-B943-A88E-189078D2DBBF}" destId="{A57042F1-FB11-1747-A013-DBAB0C76794E}" srcOrd="1" destOrd="0" presId="urn:microsoft.com/office/officeart/2008/layout/LinedList"/>
    <dgm:cxn modelId="{05BA594F-B47E-7049-BDE5-1AA9860F5145}" type="presParOf" srcId="{D5417B85-7A01-5048-82B7-4D11BAD1CDA9}" destId="{0A527911-04DB-E142-AB54-514EDF54B2A7}" srcOrd="10" destOrd="0" presId="urn:microsoft.com/office/officeart/2008/layout/LinedList"/>
    <dgm:cxn modelId="{D812C189-51E4-5045-B689-2FB1DADC65F5}" type="presParOf" srcId="{D5417B85-7A01-5048-82B7-4D11BAD1CDA9}" destId="{4500F398-438B-1645-BFFF-350A94D0618B}" srcOrd="11" destOrd="0" presId="urn:microsoft.com/office/officeart/2008/layout/LinedList"/>
    <dgm:cxn modelId="{C9FAC088-2237-2342-8331-D9C3514614D5}" type="presParOf" srcId="{4500F398-438B-1645-BFFF-350A94D0618B}" destId="{38F94A77-C506-A047-84F1-3D76640F8B68}" srcOrd="0" destOrd="0" presId="urn:microsoft.com/office/officeart/2008/layout/LinedList"/>
    <dgm:cxn modelId="{8E71448F-C203-1C47-8916-62F5D49B36B1}" type="presParOf" srcId="{4500F398-438B-1645-BFFF-350A94D0618B}" destId="{A464BEFC-ACC9-8945-996F-C3BE5D77DC87}"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4022E9-5729-4849-A32C-ABFF64BC3EC7}"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19988677-306A-4F79-BEE6-A713F0C3B5D1}">
      <dgm:prSet/>
      <dgm:spPr/>
      <dgm:t>
        <a:bodyPr/>
        <a:lstStyle/>
        <a:p>
          <a:r>
            <a:rPr lang="en-US" b="0" i="0" baseline="0"/>
            <a:t>Code development for a file system does not stop when the system is released. </a:t>
          </a:r>
          <a:endParaRPr lang="en-US"/>
        </a:p>
      </dgm:t>
    </dgm:pt>
    <dgm:pt modelId="{C9EB6EEA-BFC6-4255-9DFC-F55324A3262A}" type="parTrans" cxnId="{336CCCBD-373D-4505-A1E4-7BAB39DEDFA2}">
      <dgm:prSet/>
      <dgm:spPr/>
      <dgm:t>
        <a:bodyPr/>
        <a:lstStyle/>
        <a:p>
          <a:endParaRPr lang="en-US"/>
        </a:p>
      </dgm:t>
    </dgm:pt>
    <dgm:pt modelId="{543F109B-70BD-4FB4-9378-82912ACB299A}" type="sibTrans" cxnId="{336CCCBD-373D-4505-A1E4-7BAB39DEDFA2}">
      <dgm:prSet/>
      <dgm:spPr/>
      <dgm:t>
        <a:bodyPr/>
        <a:lstStyle/>
        <a:p>
          <a:endParaRPr lang="en-US"/>
        </a:p>
      </dgm:t>
    </dgm:pt>
    <dgm:pt modelId="{27EFD30E-95BB-4973-931C-594DB5C0F5FB}">
      <dgm:prSet/>
      <dgm:spPr/>
      <dgm:t>
        <a:bodyPr/>
        <a:lstStyle/>
        <a:p>
          <a:r>
            <a:rPr lang="en-US" b="0" i="0" baseline="0"/>
            <a:t>Patches are necessary for 'bug fixes', 'performance improvements', 'reliability enhancements', and 'adding new features’.</a:t>
          </a:r>
          <a:endParaRPr lang="en-US"/>
        </a:p>
      </dgm:t>
    </dgm:pt>
    <dgm:pt modelId="{B899292F-41D9-4745-86D2-F1A92F09030C}" type="parTrans" cxnId="{0853CADA-D7CD-4F58-85B1-F7A9BD609911}">
      <dgm:prSet/>
      <dgm:spPr/>
      <dgm:t>
        <a:bodyPr/>
        <a:lstStyle/>
        <a:p>
          <a:endParaRPr lang="en-US"/>
        </a:p>
      </dgm:t>
    </dgm:pt>
    <dgm:pt modelId="{FAE02FED-B298-4B85-8CD2-C23707BC35C6}" type="sibTrans" cxnId="{0853CADA-D7CD-4F58-85B1-F7A9BD609911}">
      <dgm:prSet/>
      <dgm:spPr/>
      <dgm:t>
        <a:bodyPr/>
        <a:lstStyle/>
        <a:p>
          <a:endParaRPr lang="en-US"/>
        </a:p>
      </dgm:t>
    </dgm:pt>
    <dgm:pt modelId="{099CBB61-4586-4FA1-8490-23F4C11EDA93}">
      <dgm:prSet/>
      <dgm:spPr/>
      <dgm:t>
        <a:bodyPr/>
        <a:lstStyle/>
        <a:p>
          <a:r>
            <a:rPr lang="en-US" b="0" i="0" baseline="0" dirty="0"/>
            <a:t>This study leverages the advanced capabilities of Large Language Models (LLMs):</a:t>
          </a:r>
          <a:endParaRPr lang="en-US" dirty="0"/>
        </a:p>
      </dgm:t>
    </dgm:pt>
    <dgm:pt modelId="{41654032-F4F0-47FF-9F66-B9317A8CC8EF}" type="parTrans" cxnId="{9C6A307D-65A3-4678-8A99-8165D6A81BEA}">
      <dgm:prSet/>
      <dgm:spPr/>
      <dgm:t>
        <a:bodyPr/>
        <a:lstStyle/>
        <a:p>
          <a:endParaRPr lang="en-US"/>
        </a:p>
      </dgm:t>
    </dgm:pt>
    <dgm:pt modelId="{831886F0-FA40-4E37-92B1-919092B94F7F}" type="sibTrans" cxnId="{9C6A307D-65A3-4678-8A99-8165D6A81BEA}">
      <dgm:prSet/>
      <dgm:spPr/>
      <dgm:t>
        <a:bodyPr/>
        <a:lstStyle/>
        <a:p>
          <a:endParaRPr lang="en-US"/>
        </a:p>
      </dgm:t>
    </dgm:pt>
    <dgm:pt modelId="{4AFE0E55-8E0B-4EFF-B154-E258CAE0D737}">
      <dgm:prSet/>
      <dgm:spPr/>
      <dgm:t>
        <a:bodyPr/>
        <a:lstStyle/>
        <a:p>
          <a:r>
            <a:rPr lang="en-US" b="0" i="0" baseline="0" dirty="0"/>
            <a:t>automate patch classification, </a:t>
          </a:r>
          <a:endParaRPr lang="en-US" dirty="0"/>
        </a:p>
      </dgm:t>
    </dgm:pt>
    <dgm:pt modelId="{50587EEF-4CFB-4ECF-BF64-6AA9490E361C}" type="parTrans" cxnId="{C4CA0BBF-8AA5-4FD6-8EF2-FC9AF63C69D3}">
      <dgm:prSet/>
      <dgm:spPr/>
      <dgm:t>
        <a:bodyPr/>
        <a:lstStyle/>
        <a:p>
          <a:endParaRPr lang="en-US"/>
        </a:p>
      </dgm:t>
    </dgm:pt>
    <dgm:pt modelId="{FADCA5ED-E5EF-400C-A73E-9A0A44233A15}" type="sibTrans" cxnId="{C4CA0BBF-8AA5-4FD6-8EF2-FC9AF63C69D3}">
      <dgm:prSet/>
      <dgm:spPr/>
      <dgm:t>
        <a:bodyPr/>
        <a:lstStyle/>
        <a:p>
          <a:endParaRPr lang="en-US"/>
        </a:p>
      </dgm:t>
    </dgm:pt>
    <dgm:pt modelId="{21404A6A-F572-4CF6-9FDF-7AE99726A6AC}">
      <dgm:prSet/>
      <dgm:spPr/>
      <dgm:t>
        <a:bodyPr/>
        <a:lstStyle/>
        <a:p>
          <a:r>
            <a:rPr lang="en-US" b="0" i="0" baseline="0" dirty="0"/>
            <a:t>reduce manual effort. </a:t>
          </a:r>
          <a:endParaRPr lang="en-US" dirty="0"/>
        </a:p>
      </dgm:t>
    </dgm:pt>
    <dgm:pt modelId="{FC0EF7F2-B147-4832-A975-B1201411288A}" type="parTrans" cxnId="{CF7574B0-B073-401B-AAF3-C6F52B560959}">
      <dgm:prSet/>
      <dgm:spPr/>
      <dgm:t>
        <a:bodyPr/>
        <a:lstStyle/>
        <a:p>
          <a:endParaRPr lang="en-US"/>
        </a:p>
      </dgm:t>
    </dgm:pt>
    <dgm:pt modelId="{E4730E84-18ED-4964-8C2A-0ACCA786E3C5}" type="sibTrans" cxnId="{CF7574B0-B073-401B-AAF3-C6F52B560959}">
      <dgm:prSet/>
      <dgm:spPr/>
      <dgm:t>
        <a:bodyPr/>
        <a:lstStyle/>
        <a:p>
          <a:endParaRPr lang="en-US"/>
        </a:p>
      </dgm:t>
    </dgm:pt>
    <dgm:pt modelId="{AA07BF3D-EC8A-4CD7-AAE5-D4E86CBC2B8E}">
      <dgm:prSet/>
      <dgm:spPr/>
      <dgm:t>
        <a:bodyPr/>
        <a:lstStyle/>
        <a:p>
          <a:r>
            <a:rPr lang="en-US" b="0" i="0" baseline="0" dirty="0"/>
            <a:t>developers can enhance code management and optimize the development cycle.</a:t>
          </a:r>
          <a:endParaRPr lang="en-US" dirty="0"/>
        </a:p>
      </dgm:t>
    </dgm:pt>
    <dgm:pt modelId="{4738DCD7-027E-4C59-AA9C-B6F8CF139731}" type="parTrans" cxnId="{D3E09296-FAB2-44F7-9E41-A5FD2DFF0404}">
      <dgm:prSet/>
      <dgm:spPr/>
      <dgm:t>
        <a:bodyPr/>
        <a:lstStyle/>
        <a:p>
          <a:endParaRPr lang="en-US"/>
        </a:p>
      </dgm:t>
    </dgm:pt>
    <dgm:pt modelId="{316ED797-8CB7-4105-84E4-35036FE05110}" type="sibTrans" cxnId="{D3E09296-FAB2-44F7-9E41-A5FD2DFF0404}">
      <dgm:prSet/>
      <dgm:spPr/>
      <dgm:t>
        <a:bodyPr/>
        <a:lstStyle/>
        <a:p>
          <a:endParaRPr lang="en-US"/>
        </a:p>
      </dgm:t>
    </dgm:pt>
    <dgm:pt modelId="{1DF3A66E-E9C9-9A44-88F7-B677838B92AB}" type="pres">
      <dgm:prSet presAssocID="{FD4022E9-5729-4849-A32C-ABFF64BC3EC7}" presName="linear" presStyleCnt="0">
        <dgm:presLayoutVars>
          <dgm:animLvl val="lvl"/>
          <dgm:resizeHandles val="exact"/>
        </dgm:presLayoutVars>
      </dgm:prSet>
      <dgm:spPr/>
    </dgm:pt>
    <dgm:pt modelId="{F921F109-1CB0-8644-A265-4AE8CFFA3ACD}" type="pres">
      <dgm:prSet presAssocID="{19988677-306A-4F79-BEE6-A713F0C3B5D1}" presName="parentText" presStyleLbl="node1" presStyleIdx="0" presStyleCnt="3">
        <dgm:presLayoutVars>
          <dgm:chMax val="0"/>
          <dgm:bulletEnabled val="1"/>
        </dgm:presLayoutVars>
      </dgm:prSet>
      <dgm:spPr/>
    </dgm:pt>
    <dgm:pt modelId="{FAE37A84-22B1-E543-B13C-42F5E907CC55}" type="pres">
      <dgm:prSet presAssocID="{543F109B-70BD-4FB4-9378-82912ACB299A}" presName="spacer" presStyleCnt="0"/>
      <dgm:spPr/>
    </dgm:pt>
    <dgm:pt modelId="{B5090B41-5CF1-6940-989C-A221C27CA1BB}" type="pres">
      <dgm:prSet presAssocID="{27EFD30E-95BB-4973-931C-594DB5C0F5FB}" presName="parentText" presStyleLbl="node1" presStyleIdx="1" presStyleCnt="3">
        <dgm:presLayoutVars>
          <dgm:chMax val="0"/>
          <dgm:bulletEnabled val="1"/>
        </dgm:presLayoutVars>
      </dgm:prSet>
      <dgm:spPr/>
    </dgm:pt>
    <dgm:pt modelId="{CDBDD9ED-D967-CA42-8FFC-033E4075EFF9}" type="pres">
      <dgm:prSet presAssocID="{FAE02FED-B298-4B85-8CD2-C23707BC35C6}" presName="spacer" presStyleCnt="0"/>
      <dgm:spPr/>
    </dgm:pt>
    <dgm:pt modelId="{50FBAFC8-D0E9-9245-8EEB-7B5FE1A38AC2}" type="pres">
      <dgm:prSet presAssocID="{099CBB61-4586-4FA1-8490-23F4C11EDA93}" presName="parentText" presStyleLbl="node1" presStyleIdx="2" presStyleCnt="3">
        <dgm:presLayoutVars>
          <dgm:chMax val="0"/>
          <dgm:bulletEnabled val="1"/>
        </dgm:presLayoutVars>
      </dgm:prSet>
      <dgm:spPr/>
    </dgm:pt>
    <dgm:pt modelId="{EC3C4547-63F2-984E-934A-58E8B1CFCCCE}" type="pres">
      <dgm:prSet presAssocID="{099CBB61-4586-4FA1-8490-23F4C11EDA93}" presName="childText" presStyleLbl="revTx" presStyleIdx="0" presStyleCnt="1">
        <dgm:presLayoutVars>
          <dgm:bulletEnabled val="1"/>
        </dgm:presLayoutVars>
      </dgm:prSet>
      <dgm:spPr/>
    </dgm:pt>
  </dgm:ptLst>
  <dgm:cxnLst>
    <dgm:cxn modelId="{3870491E-4BD7-AE43-8A45-2FB3E40547EA}" type="presOf" srcId="{AA07BF3D-EC8A-4CD7-AAE5-D4E86CBC2B8E}" destId="{EC3C4547-63F2-984E-934A-58E8B1CFCCCE}" srcOrd="0" destOrd="2" presId="urn:microsoft.com/office/officeart/2005/8/layout/vList2"/>
    <dgm:cxn modelId="{B0CA4D2D-15F8-E947-85B5-0FB141ABE467}" type="presOf" srcId="{21404A6A-F572-4CF6-9FDF-7AE99726A6AC}" destId="{EC3C4547-63F2-984E-934A-58E8B1CFCCCE}" srcOrd="0" destOrd="1" presId="urn:microsoft.com/office/officeart/2005/8/layout/vList2"/>
    <dgm:cxn modelId="{A5F12B39-0301-6341-B2E4-2971D98DAF31}" type="presOf" srcId="{099CBB61-4586-4FA1-8490-23F4C11EDA93}" destId="{50FBAFC8-D0E9-9245-8EEB-7B5FE1A38AC2}" srcOrd="0" destOrd="0" presId="urn:microsoft.com/office/officeart/2005/8/layout/vList2"/>
    <dgm:cxn modelId="{EB4A0A47-8933-3146-9F1B-BEF9AD1E8D40}" type="presOf" srcId="{FD4022E9-5729-4849-A32C-ABFF64BC3EC7}" destId="{1DF3A66E-E9C9-9A44-88F7-B677838B92AB}" srcOrd="0" destOrd="0" presId="urn:microsoft.com/office/officeart/2005/8/layout/vList2"/>
    <dgm:cxn modelId="{9C6A307D-65A3-4678-8A99-8165D6A81BEA}" srcId="{FD4022E9-5729-4849-A32C-ABFF64BC3EC7}" destId="{099CBB61-4586-4FA1-8490-23F4C11EDA93}" srcOrd="2" destOrd="0" parTransId="{41654032-F4F0-47FF-9F66-B9317A8CC8EF}" sibTransId="{831886F0-FA40-4E37-92B1-919092B94F7F}"/>
    <dgm:cxn modelId="{EC3D0484-84E8-5340-8AE7-A0CBB4638507}" type="presOf" srcId="{19988677-306A-4F79-BEE6-A713F0C3B5D1}" destId="{F921F109-1CB0-8644-A265-4AE8CFFA3ACD}" srcOrd="0" destOrd="0" presId="urn:microsoft.com/office/officeart/2005/8/layout/vList2"/>
    <dgm:cxn modelId="{D3E09296-FAB2-44F7-9E41-A5FD2DFF0404}" srcId="{099CBB61-4586-4FA1-8490-23F4C11EDA93}" destId="{AA07BF3D-EC8A-4CD7-AAE5-D4E86CBC2B8E}" srcOrd="2" destOrd="0" parTransId="{4738DCD7-027E-4C59-AA9C-B6F8CF139731}" sibTransId="{316ED797-8CB7-4105-84E4-35036FE05110}"/>
    <dgm:cxn modelId="{CF7574B0-B073-401B-AAF3-C6F52B560959}" srcId="{099CBB61-4586-4FA1-8490-23F4C11EDA93}" destId="{21404A6A-F572-4CF6-9FDF-7AE99726A6AC}" srcOrd="1" destOrd="0" parTransId="{FC0EF7F2-B147-4832-A975-B1201411288A}" sibTransId="{E4730E84-18ED-4964-8C2A-0ACCA786E3C5}"/>
    <dgm:cxn modelId="{336CCCBD-373D-4505-A1E4-7BAB39DEDFA2}" srcId="{FD4022E9-5729-4849-A32C-ABFF64BC3EC7}" destId="{19988677-306A-4F79-BEE6-A713F0C3B5D1}" srcOrd="0" destOrd="0" parTransId="{C9EB6EEA-BFC6-4255-9DFC-F55324A3262A}" sibTransId="{543F109B-70BD-4FB4-9378-82912ACB299A}"/>
    <dgm:cxn modelId="{C4CA0BBF-8AA5-4FD6-8EF2-FC9AF63C69D3}" srcId="{099CBB61-4586-4FA1-8490-23F4C11EDA93}" destId="{4AFE0E55-8E0B-4EFF-B154-E258CAE0D737}" srcOrd="0" destOrd="0" parTransId="{50587EEF-4CFB-4ECF-BF64-6AA9490E361C}" sibTransId="{FADCA5ED-E5EF-400C-A73E-9A0A44233A15}"/>
    <dgm:cxn modelId="{404473D0-224D-1D40-8201-AB1C99DFD432}" type="presOf" srcId="{27EFD30E-95BB-4973-931C-594DB5C0F5FB}" destId="{B5090B41-5CF1-6940-989C-A221C27CA1BB}" srcOrd="0" destOrd="0" presId="urn:microsoft.com/office/officeart/2005/8/layout/vList2"/>
    <dgm:cxn modelId="{0853CADA-D7CD-4F58-85B1-F7A9BD609911}" srcId="{FD4022E9-5729-4849-A32C-ABFF64BC3EC7}" destId="{27EFD30E-95BB-4973-931C-594DB5C0F5FB}" srcOrd="1" destOrd="0" parTransId="{B899292F-41D9-4745-86D2-F1A92F09030C}" sibTransId="{FAE02FED-B298-4B85-8CD2-C23707BC35C6}"/>
    <dgm:cxn modelId="{CB67B6F6-D738-C64D-98D9-A8B605F07352}" type="presOf" srcId="{4AFE0E55-8E0B-4EFF-B154-E258CAE0D737}" destId="{EC3C4547-63F2-984E-934A-58E8B1CFCCCE}" srcOrd="0" destOrd="0" presId="urn:microsoft.com/office/officeart/2005/8/layout/vList2"/>
    <dgm:cxn modelId="{04464994-D20E-F14F-AE4F-1D39481CD2E9}" type="presParOf" srcId="{1DF3A66E-E9C9-9A44-88F7-B677838B92AB}" destId="{F921F109-1CB0-8644-A265-4AE8CFFA3ACD}" srcOrd="0" destOrd="0" presId="urn:microsoft.com/office/officeart/2005/8/layout/vList2"/>
    <dgm:cxn modelId="{215AC943-7287-6B47-9E2A-E2BD03A971A1}" type="presParOf" srcId="{1DF3A66E-E9C9-9A44-88F7-B677838B92AB}" destId="{FAE37A84-22B1-E543-B13C-42F5E907CC55}" srcOrd="1" destOrd="0" presId="urn:microsoft.com/office/officeart/2005/8/layout/vList2"/>
    <dgm:cxn modelId="{776DB549-84BE-D943-994E-907B7DD628F9}" type="presParOf" srcId="{1DF3A66E-E9C9-9A44-88F7-B677838B92AB}" destId="{B5090B41-5CF1-6940-989C-A221C27CA1BB}" srcOrd="2" destOrd="0" presId="urn:microsoft.com/office/officeart/2005/8/layout/vList2"/>
    <dgm:cxn modelId="{CCCFA55B-6082-4343-AA57-5268C073C1C9}" type="presParOf" srcId="{1DF3A66E-E9C9-9A44-88F7-B677838B92AB}" destId="{CDBDD9ED-D967-CA42-8FFC-033E4075EFF9}" srcOrd="3" destOrd="0" presId="urn:microsoft.com/office/officeart/2005/8/layout/vList2"/>
    <dgm:cxn modelId="{E349ADB6-FA82-0240-A091-E0C0C800A0AE}" type="presParOf" srcId="{1DF3A66E-E9C9-9A44-88F7-B677838B92AB}" destId="{50FBAFC8-D0E9-9245-8EEB-7B5FE1A38AC2}" srcOrd="4" destOrd="0" presId="urn:microsoft.com/office/officeart/2005/8/layout/vList2"/>
    <dgm:cxn modelId="{CDB48FDA-A83A-C74E-9441-56CC29D05895}" type="presParOf" srcId="{1DF3A66E-E9C9-9A44-88F7-B677838B92AB}" destId="{EC3C4547-63F2-984E-934A-58E8B1CFCCCE}"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E43E27-291A-4C0A-8F95-A748A8DE576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6E3EA51-3791-4FC4-85A4-E05325307A91}">
      <dgm:prSet/>
      <dgm:spPr/>
      <dgm:t>
        <a:bodyPr/>
        <a:lstStyle/>
        <a:p>
          <a:r>
            <a:rPr lang="en-US" b="1" i="0"/>
            <a:t>Definition</a:t>
          </a:r>
          <a:r>
            <a:rPr lang="en-US" b="0" i="0"/>
            <a:t>: A file system is a method used by operating systems to organize, store, and manage data on storage devices like hard drives, SSDs, or USB drives. It acts as a framework that controls how data is named, accessed, and retrieved.</a:t>
          </a:r>
          <a:endParaRPr lang="en-US"/>
        </a:p>
      </dgm:t>
    </dgm:pt>
    <dgm:pt modelId="{A408599D-2007-4A94-ADBA-D95605A6EBBD}" type="parTrans" cxnId="{7B05C23F-9309-4D81-8E93-F447FF7C7AC7}">
      <dgm:prSet/>
      <dgm:spPr/>
      <dgm:t>
        <a:bodyPr/>
        <a:lstStyle/>
        <a:p>
          <a:endParaRPr lang="en-US"/>
        </a:p>
      </dgm:t>
    </dgm:pt>
    <dgm:pt modelId="{18C2D989-3BE9-4654-A073-A90FEEAB5B43}" type="sibTrans" cxnId="{7B05C23F-9309-4D81-8E93-F447FF7C7AC7}">
      <dgm:prSet/>
      <dgm:spPr/>
      <dgm:t>
        <a:bodyPr/>
        <a:lstStyle/>
        <a:p>
          <a:endParaRPr lang="en-US"/>
        </a:p>
      </dgm:t>
    </dgm:pt>
    <dgm:pt modelId="{D83B5381-6243-4E30-BD4F-C58C6E9A0466}">
      <dgm:prSet/>
      <dgm:spPr/>
      <dgm:t>
        <a:bodyPr/>
        <a:lstStyle/>
        <a:p>
          <a:r>
            <a:rPr lang="en-US" b="1" i="0"/>
            <a:t>Purpose</a:t>
          </a:r>
          <a:r>
            <a:rPr lang="en-US" b="0" i="0"/>
            <a:t>: File systems enable users and applications to create, read, update, and delete files efficiently. They provide a structured way to keep track of files and directories (folders) on a storage medium.</a:t>
          </a:r>
          <a:endParaRPr lang="en-US"/>
        </a:p>
      </dgm:t>
    </dgm:pt>
    <dgm:pt modelId="{4A73DE37-9616-417E-BA17-563573374490}" type="parTrans" cxnId="{CFBEE90A-68DC-4BF4-B050-4D50B09420DB}">
      <dgm:prSet/>
      <dgm:spPr/>
      <dgm:t>
        <a:bodyPr/>
        <a:lstStyle/>
        <a:p>
          <a:endParaRPr lang="en-US"/>
        </a:p>
      </dgm:t>
    </dgm:pt>
    <dgm:pt modelId="{C959C99B-70CF-4711-AFF5-E5805E703865}" type="sibTrans" cxnId="{CFBEE90A-68DC-4BF4-B050-4D50B09420DB}">
      <dgm:prSet/>
      <dgm:spPr/>
      <dgm:t>
        <a:bodyPr/>
        <a:lstStyle/>
        <a:p>
          <a:endParaRPr lang="en-US"/>
        </a:p>
      </dgm:t>
    </dgm:pt>
    <dgm:pt modelId="{B6F84CB9-08D6-48E5-8848-1AAE9BF54E4C}">
      <dgm:prSet/>
      <dgm:spPr/>
      <dgm:t>
        <a:bodyPr/>
        <a:lstStyle/>
        <a:p>
          <a:r>
            <a:rPr lang="en-US" b="1" i="0"/>
            <a:t>Components</a:t>
          </a:r>
          <a:r>
            <a:rPr lang="en-US" b="0" i="0"/>
            <a:t>: A file system typically includes files (which store data), directories (to organize files), and metadata (information about files, such as size, location, and permissions).</a:t>
          </a:r>
          <a:endParaRPr lang="en-US"/>
        </a:p>
      </dgm:t>
    </dgm:pt>
    <dgm:pt modelId="{F8677CFD-E1D5-483F-B95A-8BF016B2034D}" type="parTrans" cxnId="{8815A6C0-61B2-4550-94F0-02E488BF057A}">
      <dgm:prSet/>
      <dgm:spPr/>
      <dgm:t>
        <a:bodyPr/>
        <a:lstStyle/>
        <a:p>
          <a:endParaRPr lang="en-US"/>
        </a:p>
      </dgm:t>
    </dgm:pt>
    <dgm:pt modelId="{0062ED50-EA82-4C11-90E6-D1B145C9737C}" type="sibTrans" cxnId="{8815A6C0-61B2-4550-94F0-02E488BF057A}">
      <dgm:prSet/>
      <dgm:spPr/>
      <dgm:t>
        <a:bodyPr/>
        <a:lstStyle/>
        <a:p>
          <a:endParaRPr lang="en-US"/>
        </a:p>
      </dgm:t>
    </dgm:pt>
    <dgm:pt modelId="{3835ADE4-BFE4-4276-AFBF-EFB2680DF54F}">
      <dgm:prSet/>
      <dgm:spPr/>
      <dgm:t>
        <a:bodyPr/>
        <a:lstStyle/>
        <a:p>
          <a:r>
            <a:rPr lang="en-US" b="1" i="0"/>
            <a:t>Examples</a:t>
          </a:r>
          <a:r>
            <a:rPr lang="en-US" b="0" i="0"/>
            <a:t>: Common file systems include NTFS (used by Windows), ext4 (common in Linux), and FAT32 (widely used for USB drives). Each has unique features like support for large files, security, or compatibility.</a:t>
          </a:r>
          <a:endParaRPr lang="en-US"/>
        </a:p>
      </dgm:t>
    </dgm:pt>
    <dgm:pt modelId="{E0DCF931-8E03-49F3-861E-2C4D5CE2BCD5}" type="parTrans" cxnId="{E0BA9BC7-AA09-46DB-9CDD-75F0205DECFF}">
      <dgm:prSet/>
      <dgm:spPr/>
      <dgm:t>
        <a:bodyPr/>
        <a:lstStyle/>
        <a:p>
          <a:endParaRPr lang="en-US"/>
        </a:p>
      </dgm:t>
    </dgm:pt>
    <dgm:pt modelId="{14C4882B-8C6B-432C-9A96-276F50F43848}" type="sibTrans" cxnId="{E0BA9BC7-AA09-46DB-9CDD-75F0205DECFF}">
      <dgm:prSet/>
      <dgm:spPr/>
      <dgm:t>
        <a:bodyPr/>
        <a:lstStyle/>
        <a:p>
          <a:endParaRPr lang="en-US"/>
        </a:p>
      </dgm:t>
    </dgm:pt>
    <dgm:pt modelId="{493F9306-E226-470B-B295-03004E36CB53}">
      <dgm:prSet/>
      <dgm:spPr/>
      <dgm:t>
        <a:bodyPr/>
        <a:lstStyle/>
        <a:p>
          <a:r>
            <a:rPr lang="en-US" b="1" i="0"/>
            <a:t>Functionality</a:t>
          </a:r>
          <a:r>
            <a:rPr lang="en-US" b="0" i="0"/>
            <a:t>: File systems handle tasks like allocating space for files, ensuring data integrity, and managing access rights, making them essential for efficient data management on any device.</a:t>
          </a:r>
          <a:endParaRPr lang="en-US"/>
        </a:p>
      </dgm:t>
    </dgm:pt>
    <dgm:pt modelId="{9E39E662-ECE6-45E9-AFB2-BEA10542EBC8}" type="parTrans" cxnId="{A6A654D0-B321-4A77-A376-4171E704A934}">
      <dgm:prSet/>
      <dgm:spPr/>
      <dgm:t>
        <a:bodyPr/>
        <a:lstStyle/>
        <a:p>
          <a:endParaRPr lang="en-US"/>
        </a:p>
      </dgm:t>
    </dgm:pt>
    <dgm:pt modelId="{8AF406E8-EDE1-4A8B-B253-8C1EF93525BB}" type="sibTrans" cxnId="{A6A654D0-B321-4A77-A376-4171E704A934}">
      <dgm:prSet/>
      <dgm:spPr/>
      <dgm:t>
        <a:bodyPr/>
        <a:lstStyle/>
        <a:p>
          <a:endParaRPr lang="en-US"/>
        </a:p>
      </dgm:t>
    </dgm:pt>
    <dgm:pt modelId="{5243D795-926E-4EFC-A53E-FD8E85774931}" type="pres">
      <dgm:prSet presAssocID="{56E43E27-291A-4C0A-8F95-A748A8DE5767}" presName="root" presStyleCnt="0">
        <dgm:presLayoutVars>
          <dgm:dir/>
          <dgm:resizeHandles val="exact"/>
        </dgm:presLayoutVars>
      </dgm:prSet>
      <dgm:spPr/>
    </dgm:pt>
    <dgm:pt modelId="{757F74AB-30C3-42CB-BAC7-D2D6E34715BD}" type="pres">
      <dgm:prSet presAssocID="{56E3EA51-3791-4FC4-85A4-E05325307A91}" presName="compNode" presStyleCnt="0"/>
      <dgm:spPr/>
    </dgm:pt>
    <dgm:pt modelId="{EEFF3420-510E-461D-AE36-735C5B6BAEEE}" type="pres">
      <dgm:prSet presAssocID="{56E3EA51-3791-4FC4-85A4-E05325307A91}" presName="bgRect" presStyleLbl="bgShp" presStyleIdx="0" presStyleCnt="5"/>
      <dgm:spPr/>
    </dgm:pt>
    <dgm:pt modelId="{2B31B87C-CDC1-40D2-BA50-E702682E3EC5}" type="pres">
      <dgm:prSet presAssocID="{56E3EA51-3791-4FC4-85A4-E05325307A9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CAC3461D-EE35-49B3-A672-6762A1E36A05}" type="pres">
      <dgm:prSet presAssocID="{56E3EA51-3791-4FC4-85A4-E05325307A91}" presName="spaceRect" presStyleCnt="0"/>
      <dgm:spPr/>
    </dgm:pt>
    <dgm:pt modelId="{EFE3B96B-36E1-4E9E-B19E-C1D1DC47F028}" type="pres">
      <dgm:prSet presAssocID="{56E3EA51-3791-4FC4-85A4-E05325307A91}" presName="parTx" presStyleLbl="revTx" presStyleIdx="0" presStyleCnt="5">
        <dgm:presLayoutVars>
          <dgm:chMax val="0"/>
          <dgm:chPref val="0"/>
        </dgm:presLayoutVars>
      </dgm:prSet>
      <dgm:spPr/>
    </dgm:pt>
    <dgm:pt modelId="{BD919B52-1097-44DD-B882-325FABA26748}" type="pres">
      <dgm:prSet presAssocID="{18C2D989-3BE9-4654-A073-A90FEEAB5B43}" presName="sibTrans" presStyleCnt="0"/>
      <dgm:spPr/>
    </dgm:pt>
    <dgm:pt modelId="{43C589FA-706B-44D6-B05C-0CD767EBE8B7}" type="pres">
      <dgm:prSet presAssocID="{D83B5381-6243-4E30-BD4F-C58C6E9A0466}" presName="compNode" presStyleCnt="0"/>
      <dgm:spPr/>
    </dgm:pt>
    <dgm:pt modelId="{0B252449-544D-4704-AC74-48601CF6D408}" type="pres">
      <dgm:prSet presAssocID="{D83B5381-6243-4E30-BD4F-C58C6E9A0466}" presName="bgRect" presStyleLbl="bgShp" presStyleIdx="1" presStyleCnt="5"/>
      <dgm:spPr/>
    </dgm:pt>
    <dgm:pt modelId="{FACB68B9-8F59-4308-A1AB-F8DD0F235201}" type="pres">
      <dgm:prSet presAssocID="{D83B5381-6243-4E30-BD4F-C58C6E9A046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CC927506-E08D-4B15-9475-046F0D585D98}" type="pres">
      <dgm:prSet presAssocID="{D83B5381-6243-4E30-BD4F-C58C6E9A0466}" presName="spaceRect" presStyleCnt="0"/>
      <dgm:spPr/>
    </dgm:pt>
    <dgm:pt modelId="{EDB90BAE-FF14-48BF-B75F-1BA3A2384601}" type="pres">
      <dgm:prSet presAssocID="{D83B5381-6243-4E30-BD4F-C58C6E9A0466}" presName="parTx" presStyleLbl="revTx" presStyleIdx="1" presStyleCnt="5">
        <dgm:presLayoutVars>
          <dgm:chMax val="0"/>
          <dgm:chPref val="0"/>
        </dgm:presLayoutVars>
      </dgm:prSet>
      <dgm:spPr/>
    </dgm:pt>
    <dgm:pt modelId="{23707613-6C28-4CF0-BF56-1DB5F0877EBE}" type="pres">
      <dgm:prSet presAssocID="{C959C99B-70CF-4711-AFF5-E5805E703865}" presName="sibTrans" presStyleCnt="0"/>
      <dgm:spPr/>
    </dgm:pt>
    <dgm:pt modelId="{04AD32B8-9128-4171-BCAD-AF3807AEAEFE}" type="pres">
      <dgm:prSet presAssocID="{B6F84CB9-08D6-48E5-8848-1AAE9BF54E4C}" presName="compNode" presStyleCnt="0"/>
      <dgm:spPr/>
    </dgm:pt>
    <dgm:pt modelId="{FD6C68BA-4BA4-4734-A951-A3CD327C5080}" type="pres">
      <dgm:prSet presAssocID="{B6F84CB9-08D6-48E5-8848-1AAE9BF54E4C}" presName="bgRect" presStyleLbl="bgShp" presStyleIdx="2" presStyleCnt="5"/>
      <dgm:spPr/>
    </dgm:pt>
    <dgm:pt modelId="{3C4080ED-7B73-4C88-AA39-46BDDA72C8C1}" type="pres">
      <dgm:prSet presAssocID="{B6F84CB9-08D6-48E5-8848-1AAE9BF54E4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A288B2C2-815E-4EEE-AB57-0D94679DEABF}" type="pres">
      <dgm:prSet presAssocID="{B6F84CB9-08D6-48E5-8848-1AAE9BF54E4C}" presName="spaceRect" presStyleCnt="0"/>
      <dgm:spPr/>
    </dgm:pt>
    <dgm:pt modelId="{54453DC3-9DE3-4050-BBB5-AD9BC3D8FE4F}" type="pres">
      <dgm:prSet presAssocID="{B6F84CB9-08D6-48E5-8848-1AAE9BF54E4C}" presName="parTx" presStyleLbl="revTx" presStyleIdx="2" presStyleCnt="5">
        <dgm:presLayoutVars>
          <dgm:chMax val="0"/>
          <dgm:chPref val="0"/>
        </dgm:presLayoutVars>
      </dgm:prSet>
      <dgm:spPr/>
    </dgm:pt>
    <dgm:pt modelId="{D2E1B9BD-E811-4B32-890C-93DEBB409C20}" type="pres">
      <dgm:prSet presAssocID="{0062ED50-EA82-4C11-90E6-D1B145C9737C}" presName="sibTrans" presStyleCnt="0"/>
      <dgm:spPr/>
    </dgm:pt>
    <dgm:pt modelId="{C680FFC5-C6DE-4634-BB01-2DC229348788}" type="pres">
      <dgm:prSet presAssocID="{3835ADE4-BFE4-4276-AFBF-EFB2680DF54F}" presName="compNode" presStyleCnt="0"/>
      <dgm:spPr/>
    </dgm:pt>
    <dgm:pt modelId="{2773BEA7-F6FE-4E90-BB6E-867E3B829184}" type="pres">
      <dgm:prSet presAssocID="{3835ADE4-BFE4-4276-AFBF-EFB2680DF54F}" presName="bgRect" presStyleLbl="bgShp" presStyleIdx="3" presStyleCnt="5"/>
      <dgm:spPr/>
    </dgm:pt>
    <dgm:pt modelId="{5B4FAF64-62D5-4AF5-9B51-2D665E808547}" type="pres">
      <dgm:prSet presAssocID="{3835ADE4-BFE4-4276-AFBF-EFB2680DF54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mer"/>
        </a:ext>
      </dgm:extLst>
    </dgm:pt>
    <dgm:pt modelId="{0B2BA57A-09DC-4304-B160-89935A1454E7}" type="pres">
      <dgm:prSet presAssocID="{3835ADE4-BFE4-4276-AFBF-EFB2680DF54F}" presName="spaceRect" presStyleCnt="0"/>
      <dgm:spPr/>
    </dgm:pt>
    <dgm:pt modelId="{70C35825-F9CF-42A3-86B6-2469E3FB5EF5}" type="pres">
      <dgm:prSet presAssocID="{3835ADE4-BFE4-4276-AFBF-EFB2680DF54F}" presName="parTx" presStyleLbl="revTx" presStyleIdx="3" presStyleCnt="5">
        <dgm:presLayoutVars>
          <dgm:chMax val="0"/>
          <dgm:chPref val="0"/>
        </dgm:presLayoutVars>
      </dgm:prSet>
      <dgm:spPr/>
    </dgm:pt>
    <dgm:pt modelId="{2CF0E4C9-CDE7-405F-B38F-FDA7A16A0075}" type="pres">
      <dgm:prSet presAssocID="{14C4882B-8C6B-432C-9A96-276F50F43848}" presName="sibTrans" presStyleCnt="0"/>
      <dgm:spPr/>
    </dgm:pt>
    <dgm:pt modelId="{2BD90B7D-D081-4798-A2CA-E8AE8AB7762D}" type="pres">
      <dgm:prSet presAssocID="{493F9306-E226-470B-B295-03004E36CB53}" presName="compNode" presStyleCnt="0"/>
      <dgm:spPr/>
    </dgm:pt>
    <dgm:pt modelId="{62676294-A1DB-4321-86B2-464F45F6F353}" type="pres">
      <dgm:prSet presAssocID="{493F9306-E226-470B-B295-03004E36CB53}" presName="bgRect" presStyleLbl="bgShp" presStyleIdx="4" presStyleCnt="5"/>
      <dgm:spPr/>
    </dgm:pt>
    <dgm:pt modelId="{F072032A-BE5C-4133-9C16-ABB2DBDF32FD}" type="pres">
      <dgm:prSet presAssocID="{493F9306-E226-470B-B295-03004E36CB5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erver"/>
        </a:ext>
      </dgm:extLst>
    </dgm:pt>
    <dgm:pt modelId="{0B445524-6487-4A91-AA54-B370ADAD0EF4}" type="pres">
      <dgm:prSet presAssocID="{493F9306-E226-470B-B295-03004E36CB53}" presName="spaceRect" presStyleCnt="0"/>
      <dgm:spPr/>
    </dgm:pt>
    <dgm:pt modelId="{05A3509E-F799-40E1-BCD6-F5CA16A2F73F}" type="pres">
      <dgm:prSet presAssocID="{493F9306-E226-470B-B295-03004E36CB53}" presName="parTx" presStyleLbl="revTx" presStyleIdx="4" presStyleCnt="5">
        <dgm:presLayoutVars>
          <dgm:chMax val="0"/>
          <dgm:chPref val="0"/>
        </dgm:presLayoutVars>
      </dgm:prSet>
      <dgm:spPr/>
    </dgm:pt>
  </dgm:ptLst>
  <dgm:cxnLst>
    <dgm:cxn modelId="{F9444306-ABE9-4697-A0AD-A5F25052C8C9}" type="presOf" srcId="{56E43E27-291A-4C0A-8F95-A748A8DE5767}" destId="{5243D795-926E-4EFC-A53E-FD8E85774931}" srcOrd="0" destOrd="0" presId="urn:microsoft.com/office/officeart/2018/2/layout/IconVerticalSolidList"/>
    <dgm:cxn modelId="{CFBEE90A-68DC-4BF4-B050-4D50B09420DB}" srcId="{56E43E27-291A-4C0A-8F95-A748A8DE5767}" destId="{D83B5381-6243-4E30-BD4F-C58C6E9A0466}" srcOrd="1" destOrd="0" parTransId="{4A73DE37-9616-417E-BA17-563573374490}" sibTransId="{C959C99B-70CF-4711-AFF5-E5805E703865}"/>
    <dgm:cxn modelId="{41BD9011-3F08-49F3-9619-BCEF5E6DF8CA}" type="presOf" srcId="{493F9306-E226-470B-B295-03004E36CB53}" destId="{05A3509E-F799-40E1-BCD6-F5CA16A2F73F}" srcOrd="0" destOrd="0" presId="urn:microsoft.com/office/officeart/2018/2/layout/IconVerticalSolidList"/>
    <dgm:cxn modelId="{2E0F552B-A39A-42B9-8306-5CB8671F598B}" type="presOf" srcId="{D83B5381-6243-4E30-BD4F-C58C6E9A0466}" destId="{EDB90BAE-FF14-48BF-B75F-1BA3A2384601}" srcOrd="0" destOrd="0" presId="urn:microsoft.com/office/officeart/2018/2/layout/IconVerticalSolidList"/>
    <dgm:cxn modelId="{179CCD37-80F6-446D-BE1C-228B327F4601}" type="presOf" srcId="{56E3EA51-3791-4FC4-85A4-E05325307A91}" destId="{EFE3B96B-36E1-4E9E-B19E-C1D1DC47F028}" srcOrd="0" destOrd="0" presId="urn:microsoft.com/office/officeart/2018/2/layout/IconVerticalSolidList"/>
    <dgm:cxn modelId="{7B05C23F-9309-4D81-8E93-F447FF7C7AC7}" srcId="{56E43E27-291A-4C0A-8F95-A748A8DE5767}" destId="{56E3EA51-3791-4FC4-85A4-E05325307A91}" srcOrd="0" destOrd="0" parTransId="{A408599D-2007-4A94-ADBA-D95605A6EBBD}" sibTransId="{18C2D989-3BE9-4654-A073-A90FEEAB5B43}"/>
    <dgm:cxn modelId="{8815A6C0-61B2-4550-94F0-02E488BF057A}" srcId="{56E43E27-291A-4C0A-8F95-A748A8DE5767}" destId="{B6F84CB9-08D6-48E5-8848-1AAE9BF54E4C}" srcOrd="2" destOrd="0" parTransId="{F8677CFD-E1D5-483F-B95A-8BF016B2034D}" sibTransId="{0062ED50-EA82-4C11-90E6-D1B145C9737C}"/>
    <dgm:cxn modelId="{E0BA9BC7-AA09-46DB-9CDD-75F0205DECFF}" srcId="{56E43E27-291A-4C0A-8F95-A748A8DE5767}" destId="{3835ADE4-BFE4-4276-AFBF-EFB2680DF54F}" srcOrd="3" destOrd="0" parTransId="{E0DCF931-8E03-49F3-861E-2C4D5CE2BCD5}" sibTransId="{14C4882B-8C6B-432C-9A96-276F50F43848}"/>
    <dgm:cxn modelId="{A6A654D0-B321-4A77-A376-4171E704A934}" srcId="{56E43E27-291A-4C0A-8F95-A748A8DE5767}" destId="{493F9306-E226-470B-B295-03004E36CB53}" srcOrd="4" destOrd="0" parTransId="{9E39E662-ECE6-45E9-AFB2-BEA10542EBC8}" sibTransId="{8AF406E8-EDE1-4A8B-B253-8C1EF93525BB}"/>
    <dgm:cxn modelId="{43FE80E0-EDD0-443E-866B-F013AB21430B}" type="presOf" srcId="{B6F84CB9-08D6-48E5-8848-1AAE9BF54E4C}" destId="{54453DC3-9DE3-4050-BBB5-AD9BC3D8FE4F}" srcOrd="0" destOrd="0" presId="urn:microsoft.com/office/officeart/2018/2/layout/IconVerticalSolidList"/>
    <dgm:cxn modelId="{DB6F4AF5-21C5-49DA-940F-87B89CA0E05D}" type="presOf" srcId="{3835ADE4-BFE4-4276-AFBF-EFB2680DF54F}" destId="{70C35825-F9CF-42A3-86B6-2469E3FB5EF5}" srcOrd="0" destOrd="0" presId="urn:microsoft.com/office/officeart/2018/2/layout/IconVerticalSolidList"/>
    <dgm:cxn modelId="{D7D6747A-F223-4721-B0F9-564231EA822C}" type="presParOf" srcId="{5243D795-926E-4EFC-A53E-FD8E85774931}" destId="{757F74AB-30C3-42CB-BAC7-D2D6E34715BD}" srcOrd="0" destOrd="0" presId="urn:microsoft.com/office/officeart/2018/2/layout/IconVerticalSolidList"/>
    <dgm:cxn modelId="{8557EA6B-29D2-481D-8435-7CB157E244FF}" type="presParOf" srcId="{757F74AB-30C3-42CB-BAC7-D2D6E34715BD}" destId="{EEFF3420-510E-461D-AE36-735C5B6BAEEE}" srcOrd="0" destOrd="0" presId="urn:microsoft.com/office/officeart/2018/2/layout/IconVerticalSolidList"/>
    <dgm:cxn modelId="{A33FEC0D-B16F-4767-9A69-ED815CE63E9F}" type="presParOf" srcId="{757F74AB-30C3-42CB-BAC7-D2D6E34715BD}" destId="{2B31B87C-CDC1-40D2-BA50-E702682E3EC5}" srcOrd="1" destOrd="0" presId="urn:microsoft.com/office/officeart/2018/2/layout/IconVerticalSolidList"/>
    <dgm:cxn modelId="{96EE74C8-7968-4D0E-BB80-30B696B0DC7E}" type="presParOf" srcId="{757F74AB-30C3-42CB-BAC7-D2D6E34715BD}" destId="{CAC3461D-EE35-49B3-A672-6762A1E36A05}" srcOrd="2" destOrd="0" presId="urn:microsoft.com/office/officeart/2018/2/layout/IconVerticalSolidList"/>
    <dgm:cxn modelId="{54693855-C0EF-46A3-8A89-38EE70D1895F}" type="presParOf" srcId="{757F74AB-30C3-42CB-BAC7-D2D6E34715BD}" destId="{EFE3B96B-36E1-4E9E-B19E-C1D1DC47F028}" srcOrd="3" destOrd="0" presId="urn:microsoft.com/office/officeart/2018/2/layout/IconVerticalSolidList"/>
    <dgm:cxn modelId="{20FFE12C-BE0E-4F05-8FF0-C225F69F6A39}" type="presParOf" srcId="{5243D795-926E-4EFC-A53E-FD8E85774931}" destId="{BD919B52-1097-44DD-B882-325FABA26748}" srcOrd="1" destOrd="0" presId="urn:microsoft.com/office/officeart/2018/2/layout/IconVerticalSolidList"/>
    <dgm:cxn modelId="{947B9129-AAB0-4E88-AB86-8682A9529262}" type="presParOf" srcId="{5243D795-926E-4EFC-A53E-FD8E85774931}" destId="{43C589FA-706B-44D6-B05C-0CD767EBE8B7}" srcOrd="2" destOrd="0" presId="urn:microsoft.com/office/officeart/2018/2/layout/IconVerticalSolidList"/>
    <dgm:cxn modelId="{4E9A8097-C9EC-4B0A-B68E-ACD0AB3FD160}" type="presParOf" srcId="{43C589FA-706B-44D6-B05C-0CD767EBE8B7}" destId="{0B252449-544D-4704-AC74-48601CF6D408}" srcOrd="0" destOrd="0" presId="urn:microsoft.com/office/officeart/2018/2/layout/IconVerticalSolidList"/>
    <dgm:cxn modelId="{E7A0C5D4-04B6-4056-A51A-79396DF91DC3}" type="presParOf" srcId="{43C589FA-706B-44D6-B05C-0CD767EBE8B7}" destId="{FACB68B9-8F59-4308-A1AB-F8DD0F235201}" srcOrd="1" destOrd="0" presId="urn:microsoft.com/office/officeart/2018/2/layout/IconVerticalSolidList"/>
    <dgm:cxn modelId="{CFC95CD6-7DD5-43B7-AFAD-03E5F36BDEE5}" type="presParOf" srcId="{43C589FA-706B-44D6-B05C-0CD767EBE8B7}" destId="{CC927506-E08D-4B15-9475-046F0D585D98}" srcOrd="2" destOrd="0" presId="urn:microsoft.com/office/officeart/2018/2/layout/IconVerticalSolidList"/>
    <dgm:cxn modelId="{66170DD4-AB41-4028-AA18-7F60C8663F02}" type="presParOf" srcId="{43C589FA-706B-44D6-B05C-0CD767EBE8B7}" destId="{EDB90BAE-FF14-48BF-B75F-1BA3A2384601}" srcOrd="3" destOrd="0" presId="urn:microsoft.com/office/officeart/2018/2/layout/IconVerticalSolidList"/>
    <dgm:cxn modelId="{504A0517-C7CC-44FC-A650-126FC05BEDB4}" type="presParOf" srcId="{5243D795-926E-4EFC-A53E-FD8E85774931}" destId="{23707613-6C28-4CF0-BF56-1DB5F0877EBE}" srcOrd="3" destOrd="0" presId="urn:microsoft.com/office/officeart/2018/2/layout/IconVerticalSolidList"/>
    <dgm:cxn modelId="{4677287E-351E-4833-888D-FD79B1D37A9B}" type="presParOf" srcId="{5243D795-926E-4EFC-A53E-FD8E85774931}" destId="{04AD32B8-9128-4171-BCAD-AF3807AEAEFE}" srcOrd="4" destOrd="0" presId="urn:microsoft.com/office/officeart/2018/2/layout/IconVerticalSolidList"/>
    <dgm:cxn modelId="{F19FB5D8-6EDF-4FD2-9BFB-4DA69B23C0E2}" type="presParOf" srcId="{04AD32B8-9128-4171-BCAD-AF3807AEAEFE}" destId="{FD6C68BA-4BA4-4734-A951-A3CD327C5080}" srcOrd="0" destOrd="0" presId="urn:microsoft.com/office/officeart/2018/2/layout/IconVerticalSolidList"/>
    <dgm:cxn modelId="{9A677CDB-D0F7-430E-830B-F3C64ED81A74}" type="presParOf" srcId="{04AD32B8-9128-4171-BCAD-AF3807AEAEFE}" destId="{3C4080ED-7B73-4C88-AA39-46BDDA72C8C1}" srcOrd="1" destOrd="0" presId="urn:microsoft.com/office/officeart/2018/2/layout/IconVerticalSolidList"/>
    <dgm:cxn modelId="{F53F93BD-907E-4F17-AAAE-B7358FB943E3}" type="presParOf" srcId="{04AD32B8-9128-4171-BCAD-AF3807AEAEFE}" destId="{A288B2C2-815E-4EEE-AB57-0D94679DEABF}" srcOrd="2" destOrd="0" presId="urn:microsoft.com/office/officeart/2018/2/layout/IconVerticalSolidList"/>
    <dgm:cxn modelId="{E2D7EAD4-C212-49AC-A55C-85B5935BC22F}" type="presParOf" srcId="{04AD32B8-9128-4171-BCAD-AF3807AEAEFE}" destId="{54453DC3-9DE3-4050-BBB5-AD9BC3D8FE4F}" srcOrd="3" destOrd="0" presId="urn:microsoft.com/office/officeart/2018/2/layout/IconVerticalSolidList"/>
    <dgm:cxn modelId="{7BE0F01B-4C08-4E48-88F4-201E5B684419}" type="presParOf" srcId="{5243D795-926E-4EFC-A53E-FD8E85774931}" destId="{D2E1B9BD-E811-4B32-890C-93DEBB409C20}" srcOrd="5" destOrd="0" presId="urn:microsoft.com/office/officeart/2018/2/layout/IconVerticalSolidList"/>
    <dgm:cxn modelId="{AB2BD416-1396-4909-81F8-BAAF746A9BE5}" type="presParOf" srcId="{5243D795-926E-4EFC-A53E-FD8E85774931}" destId="{C680FFC5-C6DE-4634-BB01-2DC229348788}" srcOrd="6" destOrd="0" presId="urn:microsoft.com/office/officeart/2018/2/layout/IconVerticalSolidList"/>
    <dgm:cxn modelId="{3EC81AFC-832F-4FA7-9ADD-E23D7E39FA8A}" type="presParOf" srcId="{C680FFC5-C6DE-4634-BB01-2DC229348788}" destId="{2773BEA7-F6FE-4E90-BB6E-867E3B829184}" srcOrd="0" destOrd="0" presId="urn:microsoft.com/office/officeart/2018/2/layout/IconVerticalSolidList"/>
    <dgm:cxn modelId="{52CBA1C4-2EC5-4CA7-AE09-FDE31658A387}" type="presParOf" srcId="{C680FFC5-C6DE-4634-BB01-2DC229348788}" destId="{5B4FAF64-62D5-4AF5-9B51-2D665E808547}" srcOrd="1" destOrd="0" presId="urn:microsoft.com/office/officeart/2018/2/layout/IconVerticalSolidList"/>
    <dgm:cxn modelId="{D848D67B-B71A-4EAD-9149-AA54BEA84F60}" type="presParOf" srcId="{C680FFC5-C6DE-4634-BB01-2DC229348788}" destId="{0B2BA57A-09DC-4304-B160-89935A1454E7}" srcOrd="2" destOrd="0" presId="urn:microsoft.com/office/officeart/2018/2/layout/IconVerticalSolidList"/>
    <dgm:cxn modelId="{2F187AFC-DB48-433E-B3B1-9BBD5B216BA5}" type="presParOf" srcId="{C680FFC5-C6DE-4634-BB01-2DC229348788}" destId="{70C35825-F9CF-42A3-86B6-2469E3FB5EF5}" srcOrd="3" destOrd="0" presId="urn:microsoft.com/office/officeart/2018/2/layout/IconVerticalSolidList"/>
    <dgm:cxn modelId="{5DB25A44-6163-486E-89C0-2E5668AC44A4}" type="presParOf" srcId="{5243D795-926E-4EFC-A53E-FD8E85774931}" destId="{2CF0E4C9-CDE7-405F-B38F-FDA7A16A0075}" srcOrd="7" destOrd="0" presId="urn:microsoft.com/office/officeart/2018/2/layout/IconVerticalSolidList"/>
    <dgm:cxn modelId="{D4B5FC7B-0DB3-43D4-A3DA-40825E75DC24}" type="presParOf" srcId="{5243D795-926E-4EFC-A53E-FD8E85774931}" destId="{2BD90B7D-D081-4798-A2CA-E8AE8AB7762D}" srcOrd="8" destOrd="0" presId="urn:microsoft.com/office/officeart/2018/2/layout/IconVerticalSolidList"/>
    <dgm:cxn modelId="{FEBB247A-6AA3-4B31-BFDA-FC1AAB7A0436}" type="presParOf" srcId="{2BD90B7D-D081-4798-A2CA-E8AE8AB7762D}" destId="{62676294-A1DB-4321-86B2-464F45F6F353}" srcOrd="0" destOrd="0" presId="urn:microsoft.com/office/officeart/2018/2/layout/IconVerticalSolidList"/>
    <dgm:cxn modelId="{333B0B0E-9FE2-442E-8557-ED1D964F1E1E}" type="presParOf" srcId="{2BD90B7D-D081-4798-A2CA-E8AE8AB7762D}" destId="{F072032A-BE5C-4133-9C16-ABB2DBDF32FD}" srcOrd="1" destOrd="0" presId="urn:microsoft.com/office/officeart/2018/2/layout/IconVerticalSolidList"/>
    <dgm:cxn modelId="{BE33A5D2-0E9A-4923-8A94-C9695DE3FAEC}" type="presParOf" srcId="{2BD90B7D-D081-4798-A2CA-E8AE8AB7762D}" destId="{0B445524-6487-4A91-AA54-B370ADAD0EF4}" srcOrd="2" destOrd="0" presId="urn:microsoft.com/office/officeart/2018/2/layout/IconVerticalSolidList"/>
    <dgm:cxn modelId="{82B86DFB-84FD-4F7A-B813-F75EA6F41F85}" type="presParOf" srcId="{2BD90B7D-D081-4798-A2CA-E8AE8AB7762D}" destId="{05A3509E-F799-40E1-BCD6-F5CA16A2F73F}"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18AA7A-4A33-47D0-B2F9-84FF9028B749}" type="doc">
      <dgm:prSet loTypeId="urn:microsoft.com/office/officeart/2005/8/layout/vList2" loCatId="list" qsTypeId="urn:microsoft.com/office/officeart/2005/8/quickstyle/simple4" qsCatId="simple" csTypeId="urn:microsoft.com/office/officeart/2005/8/colors/accent5_2" csCatId="accent5" phldr="1"/>
      <dgm:spPr/>
      <dgm:t>
        <a:bodyPr/>
        <a:lstStyle/>
        <a:p>
          <a:endParaRPr lang="en-US"/>
        </a:p>
      </dgm:t>
    </dgm:pt>
    <dgm:pt modelId="{979F059E-C533-491B-9144-7435CA96C999}">
      <dgm:prSet/>
      <dgm:spPr/>
      <dgm:t>
        <a:bodyPr/>
        <a:lstStyle/>
        <a:p>
          <a:r>
            <a:rPr lang="en-US" dirty="0"/>
            <a:t>It</a:t>
          </a:r>
          <a:r>
            <a:rPr lang="en-US" baseline="0" dirty="0"/>
            <a:t> has been shown that bug evolution plots do not converge. </a:t>
          </a:r>
          <a:endParaRPr lang="en-US" dirty="0"/>
        </a:p>
      </dgm:t>
    </dgm:pt>
    <dgm:pt modelId="{0AFCC28C-749A-47E3-9915-0FA3DE6DB566}" type="parTrans" cxnId="{FAB6C038-B631-4A82-956B-462C6E10BA58}">
      <dgm:prSet/>
      <dgm:spPr/>
      <dgm:t>
        <a:bodyPr/>
        <a:lstStyle/>
        <a:p>
          <a:endParaRPr lang="en-US"/>
        </a:p>
      </dgm:t>
    </dgm:pt>
    <dgm:pt modelId="{AF708614-2C25-4DB9-90F8-505D7F123831}" type="sibTrans" cxnId="{FAB6C038-B631-4A82-956B-462C6E10BA58}">
      <dgm:prSet/>
      <dgm:spPr/>
      <dgm:t>
        <a:bodyPr/>
        <a:lstStyle/>
        <a:p>
          <a:endParaRPr lang="en-US"/>
        </a:p>
      </dgm:t>
    </dgm:pt>
    <dgm:pt modelId="{BDA15746-520D-41D2-BE7B-86009146B0C7}">
      <dgm:prSet/>
      <dgm:spPr/>
      <dgm:t>
        <a:bodyPr/>
        <a:lstStyle/>
        <a:p>
          <a:r>
            <a:rPr lang="en-US" dirty="0"/>
            <a:t>This</a:t>
          </a:r>
          <a:r>
            <a:rPr lang="en-US" baseline="0" dirty="0"/>
            <a:t> means that there is need for further analysis into bug patterns.</a:t>
          </a:r>
          <a:endParaRPr lang="en-US" dirty="0"/>
        </a:p>
      </dgm:t>
    </dgm:pt>
    <dgm:pt modelId="{0775EC29-3C3F-4061-8DC7-7C47287BA3D0}" type="parTrans" cxnId="{ADFF7ACE-1D1B-44D5-93CC-76003EB8B565}">
      <dgm:prSet/>
      <dgm:spPr/>
      <dgm:t>
        <a:bodyPr/>
        <a:lstStyle/>
        <a:p>
          <a:endParaRPr lang="en-US"/>
        </a:p>
      </dgm:t>
    </dgm:pt>
    <dgm:pt modelId="{E5830405-6B2C-4C7D-9FE9-806678D5FD5C}" type="sibTrans" cxnId="{ADFF7ACE-1D1B-44D5-93CC-76003EB8B565}">
      <dgm:prSet/>
      <dgm:spPr/>
      <dgm:t>
        <a:bodyPr/>
        <a:lstStyle/>
        <a:p>
          <a:endParaRPr lang="en-US"/>
        </a:p>
      </dgm:t>
    </dgm:pt>
    <dgm:pt modelId="{481AC0F8-694F-4413-B92D-69E070D41915}">
      <dgm:prSet/>
      <dgm:spPr/>
      <dgm:t>
        <a:bodyPr/>
        <a:lstStyle/>
        <a:p>
          <a:r>
            <a:rPr lang="en-US" dirty="0"/>
            <a:t>Insights into the bug patterns may help developers reducing the bug occurrences.</a:t>
          </a:r>
        </a:p>
      </dgm:t>
    </dgm:pt>
    <dgm:pt modelId="{F35B6B5A-462E-4482-9496-A4F70443C7B6}" type="parTrans" cxnId="{5312CEE4-948A-4E3D-B512-34F0832D7BE7}">
      <dgm:prSet/>
      <dgm:spPr/>
      <dgm:t>
        <a:bodyPr/>
        <a:lstStyle/>
        <a:p>
          <a:endParaRPr lang="en-US"/>
        </a:p>
      </dgm:t>
    </dgm:pt>
    <dgm:pt modelId="{72A7711E-FFCF-4EA5-824B-EC4507DE1636}" type="sibTrans" cxnId="{5312CEE4-948A-4E3D-B512-34F0832D7BE7}">
      <dgm:prSet/>
      <dgm:spPr/>
      <dgm:t>
        <a:bodyPr/>
        <a:lstStyle/>
        <a:p>
          <a:endParaRPr lang="en-US"/>
        </a:p>
      </dgm:t>
    </dgm:pt>
    <dgm:pt modelId="{CD438257-026F-D043-B64B-A9B55620C5C0}">
      <dgm:prSet/>
      <dgm:spPr/>
      <dgm:t>
        <a:bodyPr/>
        <a:lstStyle/>
        <a:p>
          <a:r>
            <a:rPr lang="en-US" dirty="0"/>
            <a:t>Generating these insights takes a lot of manual effort and could be automated.</a:t>
          </a:r>
        </a:p>
      </dgm:t>
    </dgm:pt>
    <dgm:pt modelId="{49EC8E2C-04AD-BE45-923C-B5A8B081BEBE}" type="parTrans" cxnId="{01AA2D1F-C1EC-9F48-B36A-4670299AAB77}">
      <dgm:prSet/>
      <dgm:spPr/>
      <dgm:t>
        <a:bodyPr/>
        <a:lstStyle/>
        <a:p>
          <a:endParaRPr lang="en-US"/>
        </a:p>
      </dgm:t>
    </dgm:pt>
    <dgm:pt modelId="{B8B96C5D-70BE-A94B-8A15-1A884979D658}" type="sibTrans" cxnId="{01AA2D1F-C1EC-9F48-B36A-4670299AAB77}">
      <dgm:prSet/>
      <dgm:spPr/>
      <dgm:t>
        <a:bodyPr/>
        <a:lstStyle/>
        <a:p>
          <a:endParaRPr lang="en-US"/>
        </a:p>
      </dgm:t>
    </dgm:pt>
    <dgm:pt modelId="{5BCC0D3B-5E11-CE4D-9E05-F860DD5D52D6}" type="pres">
      <dgm:prSet presAssocID="{BB18AA7A-4A33-47D0-B2F9-84FF9028B749}" presName="linear" presStyleCnt="0">
        <dgm:presLayoutVars>
          <dgm:animLvl val="lvl"/>
          <dgm:resizeHandles val="exact"/>
        </dgm:presLayoutVars>
      </dgm:prSet>
      <dgm:spPr/>
    </dgm:pt>
    <dgm:pt modelId="{6F5EA7AD-6FAE-F94E-AFC5-C4FF169F5BFB}" type="pres">
      <dgm:prSet presAssocID="{979F059E-C533-491B-9144-7435CA96C999}" presName="parentText" presStyleLbl="node1" presStyleIdx="0" presStyleCnt="4">
        <dgm:presLayoutVars>
          <dgm:chMax val="0"/>
          <dgm:bulletEnabled val="1"/>
        </dgm:presLayoutVars>
      </dgm:prSet>
      <dgm:spPr/>
    </dgm:pt>
    <dgm:pt modelId="{8EEC6922-518B-B842-8FE2-428F1E8B9E16}" type="pres">
      <dgm:prSet presAssocID="{AF708614-2C25-4DB9-90F8-505D7F123831}" presName="spacer" presStyleCnt="0"/>
      <dgm:spPr/>
    </dgm:pt>
    <dgm:pt modelId="{9E794BDA-DD62-EA45-8BA2-0ECE93BDD989}" type="pres">
      <dgm:prSet presAssocID="{BDA15746-520D-41D2-BE7B-86009146B0C7}" presName="parentText" presStyleLbl="node1" presStyleIdx="1" presStyleCnt="4">
        <dgm:presLayoutVars>
          <dgm:chMax val="0"/>
          <dgm:bulletEnabled val="1"/>
        </dgm:presLayoutVars>
      </dgm:prSet>
      <dgm:spPr/>
    </dgm:pt>
    <dgm:pt modelId="{1DA478EF-C0EE-6C43-A478-B6880FA43C0C}" type="pres">
      <dgm:prSet presAssocID="{E5830405-6B2C-4C7D-9FE9-806678D5FD5C}" presName="spacer" presStyleCnt="0"/>
      <dgm:spPr/>
    </dgm:pt>
    <dgm:pt modelId="{1F219D36-920F-4C47-BB2B-293CD2BE76FD}" type="pres">
      <dgm:prSet presAssocID="{481AC0F8-694F-4413-B92D-69E070D41915}" presName="parentText" presStyleLbl="node1" presStyleIdx="2" presStyleCnt="4">
        <dgm:presLayoutVars>
          <dgm:chMax val="0"/>
          <dgm:bulletEnabled val="1"/>
        </dgm:presLayoutVars>
      </dgm:prSet>
      <dgm:spPr/>
    </dgm:pt>
    <dgm:pt modelId="{D83DFF07-806D-754B-8879-0786A8BD1D76}" type="pres">
      <dgm:prSet presAssocID="{72A7711E-FFCF-4EA5-824B-EC4507DE1636}" presName="spacer" presStyleCnt="0"/>
      <dgm:spPr/>
    </dgm:pt>
    <dgm:pt modelId="{F6E1A77A-E419-2242-A2AF-537EED04CD84}" type="pres">
      <dgm:prSet presAssocID="{CD438257-026F-D043-B64B-A9B55620C5C0}" presName="parentText" presStyleLbl="node1" presStyleIdx="3" presStyleCnt="4">
        <dgm:presLayoutVars>
          <dgm:chMax val="0"/>
          <dgm:bulletEnabled val="1"/>
        </dgm:presLayoutVars>
      </dgm:prSet>
      <dgm:spPr/>
    </dgm:pt>
  </dgm:ptLst>
  <dgm:cxnLst>
    <dgm:cxn modelId="{B6E0020C-5948-084E-B677-87EA5C5EBE33}" type="presOf" srcId="{CD438257-026F-D043-B64B-A9B55620C5C0}" destId="{F6E1A77A-E419-2242-A2AF-537EED04CD84}" srcOrd="0" destOrd="0" presId="urn:microsoft.com/office/officeart/2005/8/layout/vList2"/>
    <dgm:cxn modelId="{01AA2D1F-C1EC-9F48-B36A-4670299AAB77}" srcId="{BB18AA7A-4A33-47D0-B2F9-84FF9028B749}" destId="{CD438257-026F-D043-B64B-A9B55620C5C0}" srcOrd="3" destOrd="0" parTransId="{49EC8E2C-04AD-BE45-923C-B5A8B081BEBE}" sibTransId="{B8B96C5D-70BE-A94B-8A15-1A884979D658}"/>
    <dgm:cxn modelId="{1E317937-55C0-AA4B-9EFE-F42ABEDDFCB8}" type="presOf" srcId="{BDA15746-520D-41D2-BE7B-86009146B0C7}" destId="{9E794BDA-DD62-EA45-8BA2-0ECE93BDD989}" srcOrd="0" destOrd="0" presId="urn:microsoft.com/office/officeart/2005/8/layout/vList2"/>
    <dgm:cxn modelId="{FAB6C038-B631-4A82-956B-462C6E10BA58}" srcId="{BB18AA7A-4A33-47D0-B2F9-84FF9028B749}" destId="{979F059E-C533-491B-9144-7435CA96C999}" srcOrd="0" destOrd="0" parTransId="{0AFCC28C-749A-47E3-9915-0FA3DE6DB566}" sibTransId="{AF708614-2C25-4DB9-90F8-505D7F123831}"/>
    <dgm:cxn modelId="{68DADB73-5FC9-CC43-8F0B-7E53ED20C979}" type="presOf" srcId="{481AC0F8-694F-4413-B92D-69E070D41915}" destId="{1F219D36-920F-4C47-BB2B-293CD2BE76FD}" srcOrd="0" destOrd="0" presId="urn:microsoft.com/office/officeart/2005/8/layout/vList2"/>
    <dgm:cxn modelId="{05B2C7A0-7A72-C342-9683-ED2100CD718A}" type="presOf" srcId="{BB18AA7A-4A33-47D0-B2F9-84FF9028B749}" destId="{5BCC0D3B-5E11-CE4D-9E05-F860DD5D52D6}" srcOrd="0" destOrd="0" presId="urn:microsoft.com/office/officeart/2005/8/layout/vList2"/>
    <dgm:cxn modelId="{FBF299AD-3B08-5342-994C-9E8EB1E2240C}" type="presOf" srcId="{979F059E-C533-491B-9144-7435CA96C999}" destId="{6F5EA7AD-6FAE-F94E-AFC5-C4FF169F5BFB}" srcOrd="0" destOrd="0" presId="urn:microsoft.com/office/officeart/2005/8/layout/vList2"/>
    <dgm:cxn modelId="{ADFF7ACE-1D1B-44D5-93CC-76003EB8B565}" srcId="{BB18AA7A-4A33-47D0-B2F9-84FF9028B749}" destId="{BDA15746-520D-41D2-BE7B-86009146B0C7}" srcOrd="1" destOrd="0" parTransId="{0775EC29-3C3F-4061-8DC7-7C47287BA3D0}" sibTransId="{E5830405-6B2C-4C7D-9FE9-806678D5FD5C}"/>
    <dgm:cxn modelId="{5312CEE4-948A-4E3D-B512-34F0832D7BE7}" srcId="{BB18AA7A-4A33-47D0-B2F9-84FF9028B749}" destId="{481AC0F8-694F-4413-B92D-69E070D41915}" srcOrd="2" destOrd="0" parTransId="{F35B6B5A-462E-4482-9496-A4F70443C7B6}" sibTransId="{72A7711E-FFCF-4EA5-824B-EC4507DE1636}"/>
    <dgm:cxn modelId="{DBC326A6-003C-184F-9BA5-A6A3EF353035}" type="presParOf" srcId="{5BCC0D3B-5E11-CE4D-9E05-F860DD5D52D6}" destId="{6F5EA7AD-6FAE-F94E-AFC5-C4FF169F5BFB}" srcOrd="0" destOrd="0" presId="urn:microsoft.com/office/officeart/2005/8/layout/vList2"/>
    <dgm:cxn modelId="{6011E786-F1E9-CD48-A37D-4D65937B1846}" type="presParOf" srcId="{5BCC0D3B-5E11-CE4D-9E05-F860DD5D52D6}" destId="{8EEC6922-518B-B842-8FE2-428F1E8B9E16}" srcOrd="1" destOrd="0" presId="urn:microsoft.com/office/officeart/2005/8/layout/vList2"/>
    <dgm:cxn modelId="{21F9978C-5C7E-084A-AFA4-F09ABBE52EAB}" type="presParOf" srcId="{5BCC0D3B-5E11-CE4D-9E05-F860DD5D52D6}" destId="{9E794BDA-DD62-EA45-8BA2-0ECE93BDD989}" srcOrd="2" destOrd="0" presId="urn:microsoft.com/office/officeart/2005/8/layout/vList2"/>
    <dgm:cxn modelId="{4114F732-C26D-0249-9A28-375D50D500D3}" type="presParOf" srcId="{5BCC0D3B-5E11-CE4D-9E05-F860DD5D52D6}" destId="{1DA478EF-C0EE-6C43-A478-B6880FA43C0C}" srcOrd="3" destOrd="0" presId="urn:microsoft.com/office/officeart/2005/8/layout/vList2"/>
    <dgm:cxn modelId="{BF5974E0-B4E0-A24B-840B-4361D7189168}" type="presParOf" srcId="{5BCC0D3B-5E11-CE4D-9E05-F860DD5D52D6}" destId="{1F219D36-920F-4C47-BB2B-293CD2BE76FD}" srcOrd="4" destOrd="0" presId="urn:microsoft.com/office/officeart/2005/8/layout/vList2"/>
    <dgm:cxn modelId="{C7CC8401-BE5D-AD42-A496-D37A475D04DC}" type="presParOf" srcId="{5BCC0D3B-5E11-CE4D-9E05-F860DD5D52D6}" destId="{D83DFF07-806D-754B-8879-0786A8BD1D76}" srcOrd="5" destOrd="0" presId="urn:microsoft.com/office/officeart/2005/8/layout/vList2"/>
    <dgm:cxn modelId="{85132D3E-5904-274C-A37A-C4EA0133DD16}" type="presParOf" srcId="{5BCC0D3B-5E11-CE4D-9E05-F860DD5D52D6}" destId="{F6E1A77A-E419-2242-A2AF-537EED04CD84}"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CCA038E-BBC1-4435-94EA-893EA3C4F326}"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423E3E3A-5FDA-41DB-8D36-0F65AFAE82FF}">
      <dgm:prSet/>
      <dgm:spPr/>
      <dgm:t>
        <a:bodyPr/>
        <a:lstStyle/>
        <a:p>
          <a:r>
            <a:rPr lang="en-US" b="1" i="0"/>
            <a:t>Study by Lu et al. (2013)</a:t>
          </a:r>
          <a:endParaRPr lang="en-US"/>
        </a:p>
      </dgm:t>
    </dgm:pt>
    <dgm:pt modelId="{0409155C-53A0-4EF3-BDCA-02FC9E5FDD10}" type="parTrans" cxnId="{CA2D107D-72E7-4467-B88E-E32CAAAEB1FE}">
      <dgm:prSet/>
      <dgm:spPr/>
      <dgm:t>
        <a:bodyPr/>
        <a:lstStyle/>
        <a:p>
          <a:endParaRPr lang="en-US"/>
        </a:p>
      </dgm:t>
    </dgm:pt>
    <dgm:pt modelId="{4F9669D4-6743-4430-A250-2BBE6CBBBC3A}" type="sibTrans" cxnId="{CA2D107D-72E7-4467-B88E-E32CAAAEB1FE}">
      <dgm:prSet/>
      <dgm:spPr/>
      <dgm:t>
        <a:bodyPr/>
        <a:lstStyle/>
        <a:p>
          <a:endParaRPr lang="en-US"/>
        </a:p>
      </dgm:t>
    </dgm:pt>
    <dgm:pt modelId="{B578C201-447B-4EC5-8040-44F5BA831644}">
      <dgm:prSet/>
      <dgm:spPr/>
      <dgm:t>
        <a:bodyPr/>
        <a:lstStyle/>
        <a:p>
          <a:r>
            <a:rPr lang="en-US" b="0" i="0"/>
            <a:t>Conducted on 5,079 patches over eight years, providing insights into the development lifecycle of Linux file systems. This study reveals the ongoing necessity of understanding dominant patch classes.</a:t>
          </a:r>
          <a:endParaRPr lang="en-US"/>
        </a:p>
      </dgm:t>
    </dgm:pt>
    <dgm:pt modelId="{BAC95865-044D-4D70-8304-5C362D4CDFC5}" type="parTrans" cxnId="{46A887D5-5750-4396-BD8F-8D85D7D81526}">
      <dgm:prSet/>
      <dgm:spPr/>
      <dgm:t>
        <a:bodyPr/>
        <a:lstStyle/>
        <a:p>
          <a:endParaRPr lang="en-US"/>
        </a:p>
      </dgm:t>
    </dgm:pt>
    <dgm:pt modelId="{8D563A49-7F6E-4B2A-A307-88B1CB72AF9F}" type="sibTrans" cxnId="{46A887D5-5750-4396-BD8F-8D85D7D81526}">
      <dgm:prSet/>
      <dgm:spPr/>
      <dgm:t>
        <a:bodyPr/>
        <a:lstStyle/>
        <a:p>
          <a:endParaRPr lang="en-US"/>
        </a:p>
      </dgm:t>
    </dgm:pt>
    <dgm:pt modelId="{81B4FFFD-6FB4-4DF2-B637-66A17F4BE6B1}">
      <dgm:prSet/>
      <dgm:spPr/>
      <dgm:t>
        <a:bodyPr/>
        <a:lstStyle/>
        <a:p>
          <a:r>
            <a:rPr lang="en-US" b="1" i="0"/>
            <a:t>LLMs and Text/Code Classification</a:t>
          </a:r>
          <a:endParaRPr lang="en-US"/>
        </a:p>
      </dgm:t>
    </dgm:pt>
    <dgm:pt modelId="{C8F5AE35-8CA3-405A-B9D4-D3DF8DF63BF5}" type="parTrans" cxnId="{E7D394E8-CA5E-40D6-ABBD-8EAFED53BBF3}">
      <dgm:prSet/>
      <dgm:spPr/>
      <dgm:t>
        <a:bodyPr/>
        <a:lstStyle/>
        <a:p>
          <a:endParaRPr lang="en-US"/>
        </a:p>
      </dgm:t>
    </dgm:pt>
    <dgm:pt modelId="{A46BDE74-0789-4664-A017-BB9E24A89F75}" type="sibTrans" cxnId="{E7D394E8-CA5E-40D6-ABBD-8EAFED53BBF3}">
      <dgm:prSet/>
      <dgm:spPr/>
      <dgm:t>
        <a:bodyPr/>
        <a:lstStyle/>
        <a:p>
          <a:endParaRPr lang="en-US"/>
        </a:p>
      </dgm:t>
    </dgm:pt>
    <dgm:pt modelId="{4DC9D35F-D464-4A26-8FB6-AB3F7442BFA2}">
      <dgm:prSet/>
      <dgm:spPr/>
      <dgm:t>
        <a:bodyPr/>
        <a:lstStyle/>
        <a:p>
          <a:r>
            <a:rPr lang="en-US" b="0" i="0"/>
            <a:t>Techniques like the Clue And Reasoning Prompting (CARP) method enhance LLMs for text classification, achieving state-of-the-art results on benchmarks like SST-2 and AGNews. LLM4PatchCorrect framework assesses patch correctness by using LLMs, achieving significant accuracy.</a:t>
          </a:r>
          <a:endParaRPr lang="en-US"/>
        </a:p>
      </dgm:t>
    </dgm:pt>
    <dgm:pt modelId="{59589FA3-9D06-4B3B-8D1A-C6BC9E1567C7}" type="parTrans" cxnId="{E0802CFB-E227-4D75-87BD-A680120B879D}">
      <dgm:prSet/>
      <dgm:spPr/>
      <dgm:t>
        <a:bodyPr/>
        <a:lstStyle/>
        <a:p>
          <a:endParaRPr lang="en-US"/>
        </a:p>
      </dgm:t>
    </dgm:pt>
    <dgm:pt modelId="{429CEE2B-9BC8-48AD-BBAE-777F3C325E19}" type="sibTrans" cxnId="{E0802CFB-E227-4D75-87BD-A680120B879D}">
      <dgm:prSet/>
      <dgm:spPr/>
      <dgm:t>
        <a:bodyPr/>
        <a:lstStyle/>
        <a:p>
          <a:endParaRPr lang="en-US"/>
        </a:p>
      </dgm:t>
    </dgm:pt>
    <dgm:pt modelId="{0C303A0C-CC80-44D4-AACB-919B6F81A540}">
      <dgm:prSet/>
      <dgm:spPr/>
      <dgm:t>
        <a:bodyPr/>
        <a:lstStyle/>
        <a:p>
          <a:r>
            <a:rPr lang="en-US" b="1" i="0"/>
            <a:t>Data Collection and Processing</a:t>
          </a:r>
          <a:endParaRPr lang="en-US"/>
        </a:p>
      </dgm:t>
    </dgm:pt>
    <dgm:pt modelId="{471B59A8-6145-4C96-80AB-2B64E5C58B9C}" type="parTrans" cxnId="{E3DA4CFF-CE53-4376-8EC9-D30F1FB14294}">
      <dgm:prSet/>
      <dgm:spPr/>
      <dgm:t>
        <a:bodyPr/>
        <a:lstStyle/>
        <a:p>
          <a:endParaRPr lang="en-US"/>
        </a:p>
      </dgm:t>
    </dgm:pt>
    <dgm:pt modelId="{EA409160-03C9-4907-B724-4508D575225B}" type="sibTrans" cxnId="{E3DA4CFF-CE53-4376-8EC9-D30F1FB14294}">
      <dgm:prSet/>
      <dgm:spPr/>
      <dgm:t>
        <a:bodyPr/>
        <a:lstStyle/>
        <a:p>
          <a:endParaRPr lang="en-US"/>
        </a:p>
      </dgm:t>
    </dgm:pt>
    <dgm:pt modelId="{962E4540-E58B-4AFF-B4FA-632DBF803C5F}">
      <dgm:prSet/>
      <dgm:spPr/>
      <dgm:t>
        <a:bodyPr/>
        <a:lstStyle/>
        <a:p>
          <a:r>
            <a:rPr lang="en-US" b="0" i="0" dirty="0"/>
            <a:t>LLMs have automated data extraction from scientific texts, achieving high F1 scores through fine-tuned models like GPT-3 and Llama-2. LLMDA model identifies security patches, contributing to this research by classifying various patch types.</a:t>
          </a:r>
          <a:endParaRPr lang="en-US" dirty="0"/>
        </a:p>
      </dgm:t>
    </dgm:pt>
    <dgm:pt modelId="{4F166F3F-821F-46E9-8C97-D0433F31511B}" type="parTrans" cxnId="{DB90E836-965E-4EF2-BC96-1F08C0695E13}">
      <dgm:prSet/>
      <dgm:spPr/>
      <dgm:t>
        <a:bodyPr/>
        <a:lstStyle/>
        <a:p>
          <a:endParaRPr lang="en-US"/>
        </a:p>
      </dgm:t>
    </dgm:pt>
    <dgm:pt modelId="{5EE6043D-8A60-48FB-B6DA-EF0F7FBE26D6}" type="sibTrans" cxnId="{DB90E836-965E-4EF2-BC96-1F08C0695E13}">
      <dgm:prSet/>
      <dgm:spPr/>
      <dgm:t>
        <a:bodyPr/>
        <a:lstStyle/>
        <a:p>
          <a:endParaRPr lang="en-US"/>
        </a:p>
      </dgm:t>
    </dgm:pt>
    <dgm:pt modelId="{65AFD85B-EC0F-C446-B0CA-75E0C15D818D}" type="pres">
      <dgm:prSet presAssocID="{BCCA038E-BBC1-4435-94EA-893EA3C4F326}" presName="linear" presStyleCnt="0">
        <dgm:presLayoutVars>
          <dgm:animLvl val="lvl"/>
          <dgm:resizeHandles val="exact"/>
        </dgm:presLayoutVars>
      </dgm:prSet>
      <dgm:spPr/>
    </dgm:pt>
    <dgm:pt modelId="{3EFD2AB4-C24F-AC42-B60A-E5DC5D30C796}" type="pres">
      <dgm:prSet presAssocID="{423E3E3A-5FDA-41DB-8D36-0F65AFAE82FF}" presName="parentText" presStyleLbl="node1" presStyleIdx="0" presStyleCnt="3">
        <dgm:presLayoutVars>
          <dgm:chMax val="0"/>
          <dgm:bulletEnabled val="1"/>
        </dgm:presLayoutVars>
      </dgm:prSet>
      <dgm:spPr/>
    </dgm:pt>
    <dgm:pt modelId="{104C4101-7FD9-8940-8F4F-9B4DEC381A10}" type="pres">
      <dgm:prSet presAssocID="{423E3E3A-5FDA-41DB-8D36-0F65AFAE82FF}" presName="childText" presStyleLbl="revTx" presStyleIdx="0" presStyleCnt="3">
        <dgm:presLayoutVars>
          <dgm:bulletEnabled val="1"/>
        </dgm:presLayoutVars>
      </dgm:prSet>
      <dgm:spPr/>
    </dgm:pt>
    <dgm:pt modelId="{27BCDBC7-C51C-7543-A352-3C4FC8C55A2C}" type="pres">
      <dgm:prSet presAssocID="{81B4FFFD-6FB4-4DF2-B637-66A17F4BE6B1}" presName="parentText" presStyleLbl="node1" presStyleIdx="1" presStyleCnt="3">
        <dgm:presLayoutVars>
          <dgm:chMax val="0"/>
          <dgm:bulletEnabled val="1"/>
        </dgm:presLayoutVars>
      </dgm:prSet>
      <dgm:spPr/>
    </dgm:pt>
    <dgm:pt modelId="{F1BA3148-1D2A-904E-866D-BF85E8173B21}" type="pres">
      <dgm:prSet presAssocID="{81B4FFFD-6FB4-4DF2-B637-66A17F4BE6B1}" presName="childText" presStyleLbl="revTx" presStyleIdx="1" presStyleCnt="3">
        <dgm:presLayoutVars>
          <dgm:bulletEnabled val="1"/>
        </dgm:presLayoutVars>
      </dgm:prSet>
      <dgm:spPr/>
    </dgm:pt>
    <dgm:pt modelId="{A6B4D8C9-CF2E-FC40-859F-B6147B83F741}" type="pres">
      <dgm:prSet presAssocID="{0C303A0C-CC80-44D4-AACB-919B6F81A540}" presName="parentText" presStyleLbl="node1" presStyleIdx="2" presStyleCnt="3">
        <dgm:presLayoutVars>
          <dgm:chMax val="0"/>
          <dgm:bulletEnabled val="1"/>
        </dgm:presLayoutVars>
      </dgm:prSet>
      <dgm:spPr/>
    </dgm:pt>
    <dgm:pt modelId="{CF152155-A6C2-724A-9919-E663B327351E}" type="pres">
      <dgm:prSet presAssocID="{0C303A0C-CC80-44D4-AACB-919B6F81A540}" presName="childText" presStyleLbl="revTx" presStyleIdx="2" presStyleCnt="3">
        <dgm:presLayoutVars>
          <dgm:bulletEnabled val="1"/>
        </dgm:presLayoutVars>
      </dgm:prSet>
      <dgm:spPr/>
    </dgm:pt>
  </dgm:ptLst>
  <dgm:cxnLst>
    <dgm:cxn modelId="{BA21CD0A-ED0F-F148-8E0E-DA3AC70623C2}" type="presOf" srcId="{4DC9D35F-D464-4A26-8FB6-AB3F7442BFA2}" destId="{F1BA3148-1D2A-904E-866D-BF85E8173B21}" srcOrd="0" destOrd="0" presId="urn:microsoft.com/office/officeart/2005/8/layout/vList2"/>
    <dgm:cxn modelId="{DB90E836-965E-4EF2-BC96-1F08C0695E13}" srcId="{0C303A0C-CC80-44D4-AACB-919B6F81A540}" destId="{962E4540-E58B-4AFF-B4FA-632DBF803C5F}" srcOrd="0" destOrd="0" parTransId="{4F166F3F-821F-46E9-8C97-D0433F31511B}" sibTransId="{5EE6043D-8A60-48FB-B6DA-EF0F7FBE26D6}"/>
    <dgm:cxn modelId="{D4913B3C-64BE-4744-9865-9EF068AC6AAF}" type="presOf" srcId="{0C303A0C-CC80-44D4-AACB-919B6F81A540}" destId="{A6B4D8C9-CF2E-FC40-859F-B6147B83F741}" srcOrd="0" destOrd="0" presId="urn:microsoft.com/office/officeart/2005/8/layout/vList2"/>
    <dgm:cxn modelId="{C9F06C6C-7017-4F41-92DF-B4A6EC6BE0ED}" type="presOf" srcId="{962E4540-E58B-4AFF-B4FA-632DBF803C5F}" destId="{CF152155-A6C2-724A-9919-E663B327351E}" srcOrd="0" destOrd="0" presId="urn:microsoft.com/office/officeart/2005/8/layout/vList2"/>
    <dgm:cxn modelId="{CA2D107D-72E7-4467-B88E-E32CAAAEB1FE}" srcId="{BCCA038E-BBC1-4435-94EA-893EA3C4F326}" destId="{423E3E3A-5FDA-41DB-8D36-0F65AFAE82FF}" srcOrd="0" destOrd="0" parTransId="{0409155C-53A0-4EF3-BDCA-02FC9E5FDD10}" sibTransId="{4F9669D4-6743-4430-A250-2BBE6CBBBC3A}"/>
    <dgm:cxn modelId="{60DA318A-0B32-0245-A68A-BB0CA75E9758}" type="presOf" srcId="{BCCA038E-BBC1-4435-94EA-893EA3C4F326}" destId="{65AFD85B-EC0F-C446-B0CA-75E0C15D818D}" srcOrd="0" destOrd="0" presId="urn:microsoft.com/office/officeart/2005/8/layout/vList2"/>
    <dgm:cxn modelId="{391BA3A1-C04C-824B-A01A-FAAEEF7C1B5C}" type="presOf" srcId="{423E3E3A-5FDA-41DB-8D36-0F65AFAE82FF}" destId="{3EFD2AB4-C24F-AC42-B60A-E5DC5D30C796}" srcOrd="0" destOrd="0" presId="urn:microsoft.com/office/officeart/2005/8/layout/vList2"/>
    <dgm:cxn modelId="{33E670CE-DFFA-8F4A-9004-03573128CC65}" type="presOf" srcId="{B578C201-447B-4EC5-8040-44F5BA831644}" destId="{104C4101-7FD9-8940-8F4F-9B4DEC381A10}" srcOrd="0" destOrd="0" presId="urn:microsoft.com/office/officeart/2005/8/layout/vList2"/>
    <dgm:cxn modelId="{46A887D5-5750-4396-BD8F-8D85D7D81526}" srcId="{423E3E3A-5FDA-41DB-8D36-0F65AFAE82FF}" destId="{B578C201-447B-4EC5-8040-44F5BA831644}" srcOrd="0" destOrd="0" parTransId="{BAC95865-044D-4D70-8304-5C362D4CDFC5}" sibTransId="{8D563A49-7F6E-4B2A-A307-88B1CB72AF9F}"/>
    <dgm:cxn modelId="{BF7F17DD-A5D7-1A4F-9B88-0175FB5E6587}" type="presOf" srcId="{81B4FFFD-6FB4-4DF2-B637-66A17F4BE6B1}" destId="{27BCDBC7-C51C-7543-A352-3C4FC8C55A2C}" srcOrd="0" destOrd="0" presId="urn:microsoft.com/office/officeart/2005/8/layout/vList2"/>
    <dgm:cxn modelId="{E7D394E8-CA5E-40D6-ABBD-8EAFED53BBF3}" srcId="{BCCA038E-BBC1-4435-94EA-893EA3C4F326}" destId="{81B4FFFD-6FB4-4DF2-B637-66A17F4BE6B1}" srcOrd="1" destOrd="0" parTransId="{C8F5AE35-8CA3-405A-B9D4-D3DF8DF63BF5}" sibTransId="{A46BDE74-0789-4664-A017-BB9E24A89F75}"/>
    <dgm:cxn modelId="{E0802CFB-E227-4D75-87BD-A680120B879D}" srcId="{81B4FFFD-6FB4-4DF2-B637-66A17F4BE6B1}" destId="{4DC9D35F-D464-4A26-8FB6-AB3F7442BFA2}" srcOrd="0" destOrd="0" parTransId="{59589FA3-9D06-4B3B-8D1A-C6BC9E1567C7}" sibTransId="{429CEE2B-9BC8-48AD-BBAE-777F3C325E19}"/>
    <dgm:cxn modelId="{E3DA4CFF-CE53-4376-8EC9-D30F1FB14294}" srcId="{BCCA038E-BBC1-4435-94EA-893EA3C4F326}" destId="{0C303A0C-CC80-44D4-AACB-919B6F81A540}" srcOrd="2" destOrd="0" parTransId="{471B59A8-6145-4C96-80AB-2B64E5C58B9C}" sibTransId="{EA409160-03C9-4907-B724-4508D575225B}"/>
    <dgm:cxn modelId="{C4A4AC92-7CC6-AC46-B2EC-A15AE15B76A8}" type="presParOf" srcId="{65AFD85B-EC0F-C446-B0CA-75E0C15D818D}" destId="{3EFD2AB4-C24F-AC42-B60A-E5DC5D30C796}" srcOrd="0" destOrd="0" presId="urn:microsoft.com/office/officeart/2005/8/layout/vList2"/>
    <dgm:cxn modelId="{2F32FB64-DF16-E845-88E5-886072DF5F17}" type="presParOf" srcId="{65AFD85B-EC0F-C446-B0CA-75E0C15D818D}" destId="{104C4101-7FD9-8940-8F4F-9B4DEC381A10}" srcOrd="1" destOrd="0" presId="urn:microsoft.com/office/officeart/2005/8/layout/vList2"/>
    <dgm:cxn modelId="{F3ACCA01-064B-4B40-A37C-B9BB33DEEF83}" type="presParOf" srcId="{65AFD85B-EC0F-C446-B0CA-75E0C15D818D}" destId="{27BCDBC7-C51C-7543-A352-3C4FC8C55A2C}" srcOrd="2" destOrd="0" presId="urn:microsoft.com/office/officeart/2005/8/layout/vList2"/>
    <dgm:cxn modelId="{FE87FA0E-EE5C-B04B-8EAD-09F02BB2DA5E}" type="presParOf" srcId="{65AFD85B-EC0F-C446-B0CA-75E0C15D818D}" destId="{F1BA3148-1D2A-904E-866D-BF85E8173B21}" srcOrd="3" destOrd="0" presId="urn:microsoft.com/office/officeart/2005/8/layout/vList2"/>
    <dgm:cxn modelId="{60DCD921-7AF1-584D-A123-14A75F0C6F0F}" type="presParOf" srcId="{65AFD85B-EC0F-C446-B0CA-75E0C15D818D}" destId="{A6B4D8C9-CF2E-FC40-859F-B6147B83F741}" srcOrd="4" destOrd="0" presId="urn:microsoft.com/office/officeart/2005/8/layout/vList2"/>
    <dgm:cxn modelId="{2DD8B3C5-B530-3540-B931-CAB4D134DB1D}" type="presParOf" srcId="{65AFD85B-EC0F-C446-B0CA-75E0C15D818D}" destId="{CF152155-A6C2-724A-9919-E663B327351E}"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B3673D-5263-4261-9132-B5015B58D02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95C5FF-EFF3-493D-A5A2-87031D08F258}">
      <dgm:prSet/>
      <dgm:spPr/>
      <dgm:t>
        <a:bodyPr/>
        <a:lstStyle/>
        <a:p>
          <a:r>
            <a:rPr lang="en-US" b="0" i="0" baseline="0" dirty="0"/>
            <a:t>This work shows the value of LLMs for deriving insights from the code developmental cycle.</a:t>
          </a:r>
          <a:endParaRPr lang="en-US" dirty="0"/>
        </a:p>
      </dgm:t>
    </dgm:pt>
    <dgm:pt modelId="{5F76FEA3-C8D3-4FB6-AE6F-81A4773789FC}" type="parTrans" cxnId="{CD36D36E-0B01-47C6-975A-AC5E16C39630}">
      <dgm:prSet/>
      <dgm:spPr/>
      <dgm:t>
        <a:bodyPr/>
        <a:lstStyle/>
        <a:p>
          <a:endParaRPr lang="en-US"/>
        </a:p>
      </dgm:t>
    </dgm:pt>
    <dgm:pt modelId="{FD6DE6E8-75F5-465F-B76D-949325A156C8}" type="sibTrans" cxnId="{CD36D36E-0B01-47C6-975A-AC5E16C39630}">
      <dgm:prSet/>
      <dgm:spPr/>
      <dgm:t>
        <a:bodyPr/>
        <a:lstStyle/>
        <a:p>
          <a:endParaRPr lang="en-US"/>
        </a:p>
      </dgm:t>
    </dgm:pt>
    <dgm:pt modelId="{844C2B9B-D24B-46B1-A716-D8D300EDFD8F}">
      <dgm:prSet/>
      <dgm:spPr/>
      <dgm:t>
        <a:bodyPr/>
        <a:lstStyle/>
        <a:p>
          <a:r>
            <a:rPr lang="en-US" b="0" i="0" baseline="0"/>
            <a:t>It also addresses data collection and processing using agentic AI, as discussed in recent studies, showcasing the reduced manual effort required.</a:t>
          </a:r>
          <a:endParaRPr lang="en-US"/>
        </a:p>
      </dgm:t>
    </dgm:pt>
    <dgm:pt modelId="{57A6BD4D-C6C9-4BFE-A5E0-7BDD6174526A}" type="parTrans" cxnId="{C512F029-628A-4A35-82D9-88F2A75B4605}">
      <dgm:prSet/>
      <dgm:spPr/>
      <dgm:t>
        <a:bodyPr/>
        <a:lstStyle/>
        <a:p>
          <a:endParaRPr lang="en-US"/>
        </a:p>
      </dgm:t>
    </dgm:pt>
    <dgm:pt modelId="{481084CC-CBB0-4E06-BE55-A1506AC702F7}" type="sibTrans" cxnId="{C512F029-628A-4A35-82D9-88F2A75B4605}">
      <dgm:prSet/>
      <dgm:spPr/>
      <dgm:t>
        <a:bodyPr/>
        <a:lstStyle/>
        <a:p>
          <a:endParaRPr lang="en-US"/>
        </a:p>
      </dgm:t>
    </dgm:pt>
    <dgm:pt modelId="{438CEB1E-7552-4A6A-AA92-3FC0AC14EDF4}" type="pres">
      <dgm:prSet presAssocID="{1DB3673D-5263-4261-9132-B5015B58D027}" presName="root" presStyleCnt="0">
        <dgm:presLayoutVars>
          <dgm:dir/>
          <dgm:resizeHandles val="exact"/>
        </dgm:presLayoutVars>
      </dgm:prSet>
      <dgm:spPr/>
    </dgm:pt>
    <dgm:pt modelId="{F1366DCA-AE84-4714-9165-0901CFD06D40}" type="pres">
      <dgm:prSet presAssocID="{D195C5FF-EFF3-493D-A5A2-87031D08F258}" presName="compNode" presStyleCnt="0"/>
      <dgm:spPr/>
    </dgm:pt>
    <dgm:pt modelId="{65C28036-E92B-462A-9722-A9969F0DBB74}" type="pres">
      <dgm:prSet presAssocID="{D195C5FF-EFF3-493D-A5A2-87031D08F258}" presName="bgRect" presStyleLbl="bgShp" presStyleIdx="0" presStyleCnt="2"/>
      <dgm:spPr/>
    </dgm:pt>
    <dgm:pt modelId="{000444E6-6D9A-4AEE-9EE7-D0B8CFE2F4B1}" type="pres">
      <dgm:prSet presAssocID="{D195C5FF-EFF3-493D-A5A2-87031D08F25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peat"/>
        </a:ext>
      </dgm:extLst>
    </dgm:pt>
    <dgm:pt modelId="{D8609FC6-D6EB-47AB-AA8F-D54DF90507A9}" type="pres">
      <dgm:prSet presAssocID="{D195C5FF-EFF3-493D-A5A2-87031D08F258}" presName="spaceRect" presStyleCnt="0"/>
      <dgm:spPr/>
    </dgm:pt>
    <dgm:pt modelId="{5FFFD6C5-9C65-4556-ABB2-A83FCCEEC90D}" type="pres">
      <dgm:prSet presAssocID="{D195C5FF-EFF3-493D-A5A2-87031D08F258}" presName="parTx" presStyleLbl="revTx" presStyleIdx="0" presStyleCnt="2">
        <dgm:presLayoutVars>
          <dgm:chMax val="0"/>
          <dgm:chPref val="0"/>
        </dgm:presLayoutVars>
      </dgm:prSet>
      <dgm:spPr/>
    </dgm:pt>
    <dgm:pt modelId="{BFEF6E53-C5AC-4706-B76F-68850BDBF545}" type="pres">
      <dgm:prSet presAssocID="{FD6DE6E8-75F5-465F-B76D-949325A156C8}" presName="sibTrans" presStyleCnt="0"/>
      <dgm:spPr/>
    </dgm:pt>
    <dgm:pt modelId="{DFAC0BF0-4644-43B3-B78B-008E16D51996}" type="pres">
      <dgm:prSet presAssocID="{844C2B9B-D24B-46B1-A716-D8D300EDFD8F}" presName="compNode" presStyleCnt="0"/>
      <dgm:spPr/>
    </dgm:pt>
    <dgm:pt modelId="{80ABC6C7-7840-49D4-B196-7EC5EAF86585}" type="pres">
      <dgm:prSet presAssocID="{844C2B9B-D24B-46B1-A716-D8D300EDFD8F}" presName="bgRect" presStyleLbl="bgShp" presStyleIdx="1" presStyleCnt="2"/>
      <dgm:spPr/>
    </dgm:pt>
    <dgm:pt modelId="{76875DC1-A594-42F2-AAF7-A92F5A1BF5BC}" type="pres">
      <dgm:prSet presAssocID="{844C2B9B-D24B-46B1-A716-D8D300EDFD8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DE77C644-AFB1-4B57-8AAE-800CF849BC34}" type="pres">
      <dgm:prSet presAssocID="{844C2B9B-D24B-46B1-A716-D8D300EDFD8F}" presName="spaceRect" presStyleCnt="0"/>
      <dgm:spPr/>
    </dgm:pt>
    <dgm:pt modelId="{1A76469C-548F-4B18-A916-0B05EEDCED3C}" type="pres">
      <dgm:prSet presAssocID="{844C2B9B-D24B-46B1-A716-D8D300EDFD8F}" presName="parTx" presStyleLbl="revTx" presStyleIdx="1" presStyleCnt="2">
        <dgm:presLayoutVars>
          <dgm:chMax val="0"/>
          <dgm:chPref val="0"/>
        </dgm:presLayoutVars>
      </dgm:prSet>
      <dgm:spPr/>
    </dgm:pt>
  </dgm:ptLst>
  <dgm:cxnLst>
    <dgm:cxn modelId="{BEB5370A-F511-4071-A2F7-9009CF38974E}" type="presOf" srcId="{1DB3673D-5263-4261-9132-B5015B58D027}" destId="{438CEB1E-7552-4A6A-AA92-3FC0AC14EDF4}" srcOrd="0" destOrd="0" presId="urn:microsoft.com/office/officeart/2018/2/layout/IconVerticalSolidList"/>
    <dgm:cxn modelId="{C512F029-628A-4A35-82D9-88F2A75B4605}" srcId="{1DB3673D-5263-4261-9132-B5015B58D027}" destId="{844C2B9B-D24B-46B1-A716-D8D300EDFD8F}" srcOrd="1" destOrd="0" parTransId="{57A6BD4D-C6C9-4BFE-A5E0-7BDD6174526A}" sibTransId="{481084CC-CBB0-4E06-BE55-A1506AC702F7}"/>
    <dgm:cxn modelId="{7D2A8068-7380-4366-A428-791915FE205D}" type="presOf" srcId="{844C2B9B-D24B-46B1-A716-D8D300EDFD8F}" destId="{1A76469C-548F-4B18-A916-0B05EEDCED3C}" srcOrd="0" destOrd="0" presId="urn:microsoft.com/office/officeart/2018/2/layout/IconVerticalSolidList"/>
    <dgm:cxn modelId="{CD36D36E-0B01-47C6-975A-AC5E16C39630}" srcId="{1DB3673D-5263-4261-9132-B5015B58D027}" destId="{D195C5FF-EFF3-493D-A5A2-87031D08F258}" srcOrd="0" destOrd="0" parTransId="{5F76FEA3-C8D3-4FB6-AE6F-81A4773789FC}" sibTransId="{FD6DE6E8-75F5-465F-B76D-949325A156C8}"/>
    <dgm:cxn modelId="{8752F18A-EF38-47BA-8F41-FEE0E2C78A5E}" type="presOf" srcId="{D195C5FF-EFF3-493D-A5A2-87031D08F258}" destId="{5FFFD6C5-9C65-4556-ABB2-A83FCCEEC90D}" srcOrd="0" destOrd="0" presId="urn:microsoft.com/office/officeart/2018/2/layout/IconVerticalSolidList"/>
    <dgm:cxn modelId="{EB742DC5-2023-4983-89F2-A3201EDAF728}" type="presParOf" srcId="{438CEB1E-7552-4A6A-AA92-3FC0AC14EDF4}" destId="{F1366DCA-AE84-4714-9165-0901CFD06D40}" srcOrd="0" destOrd="0" presId="urn:microsoft.com/office/officeart/2018/2/layout/IconVerticalSolidList"/>
    <dgm:cxn modelId="{2E1FEE38-02B3-4E56-B15C-D079CE480110}" type="presParOf" srcId="{F1366DCA-AE84-4714-9165-0901CFD06D40}" destId="{65C28036-E92B-462A-9722-A9969F0DBB74}" srcOrd="0" destOrd="0" presId="urn:microsoft.com/office/officeart/2018/2/layout/IconVerticalSolidList"/>
    <dgm:cxn modelId="{B1184B80-9534-4045-9319-74DA6D4BDB13}" type="presParOf" srcId="{F1366DCA-AE84-4714-9165-0901CFD06D40}" destId="{000444E6-6D9A-4AEE-9EE7-D0B8CFE2F4B1}" srcOrd="1" destOrd="0" presId="urn:microsoft.com/office/officeart/2018/2/layout/IconVerticalSolidList"/>
    <dgm:cxn modelId="{228F916D-BCDB-4009-8905-CB35CA1CFC7C}" type="presParOf" srcId="{F1366DCA-AE84-4714-9165-0901CFD06D40}" destId="{D8609FC6-D6EB-47AB-AA8F-D54DF90507A9}" srcOrd="2" destOrd="0" presId="urn:microsoft.com/office/officeart/2018/2/layout/IconVerticalSolidList"/>
    <dgm:cxn modelId="{7C6577D2-1122-4E73-9C86-916CC3F8A861}" type="presParOf" srcId="{F1366DCA-AE84-4714-9165-0901CFD06D40}" destId="{5FFFD6C5-9C65-4556-ABB2-A83FCCEEC90D}" srcOrd="3" destOrd="0" presId="urn:microsoft.com/office/officeart/2018/2/layout/IconVerticalSolidList"/>
    <dgm:cxn modelId="{050DAC67-9A7E-44DE-8EA0-3B913C69D148}" type="presParOf" srcId="{438CEB1E-7552-4A6A-AA92-3FC0AC14EDF4}" destId="{BFEF6E53-C5AC-4706-B76F-68850BDBF545}" srcOrd="1" destOrd="0" presId="urn:microsoft.com/office/officeart/2018/2/layout/IconVerticalSolidList"/>
    <dgm:cxn modelId="{6040DA44-A5EF-4294-A076-E7891B30CB0D}" type="presParOf" srcId="{438CEB1E-7552-4A6A-AA92-3FC0AC14EDF4}" destId="{DFAC0BF0-4644-43B3-B78B-008E16D51996}" srcOrd="2" destOrd="0" presId="urn:microsoft.com/office/officeart/2018/2/layout/IconVerticalSolidList"/>
    <dgm:cxn modelId="{B9192CB9-D7CA-49E2-8693-248283EB5875}" type="presParOf" srcId="{DFAC0BF0-4644-43B3-B78B-008E16D51996}" destId="{80ABC6C7-7840-49D4-B196-7EC5EAF86585}" srcOrd="0" destOrd="0" presId="urn:microsoft.com/office/officeart/2018/2/layout/IconVerticalSolidList"/>
    <dgm:cxn modelId="{CAC35770-DAC5-49F9-A0C2-93DDD214F88A}" type="presParOf" srcId="{DFAC0BF0-4644-43B3-B78B-008E16D51996}" destId="{76875DC1-A594-42F2-AAF7-A92F5A1BF5BC}" srcOrd="1" destOrd="0" presId="urn:microsoft.com/office/officeart/2018/2/layout/IconVerticalSolidList"/>
    <dgm:cxn modelId="{2A809E02-8842-4842-8960-7A2409096050}" type="presParOf" srcId="{DFAC0BF0-4644-43B3-B78B-008E16D51996}" destId="{DE77C644-AFB1-4B57-8AAE-800CF849BC34}" srcOrd="2" destOrd="0" presId="urn:microsoft.com/office/officeart/2018/2/layout/IconVerticalSolidList"/>
    <dgm:cxn modelId="{49CDD96D-D1D5-4049-8BEA-0383056924DD}" type="presParOf" srcId="{DFAC0BF0-4644-43B3-B78B-008E16D51996}" destId="{1A76469C-548F-4B18-A916-0B05EEDCED3C}"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9CC490A-612F-4D17-BCEB-9291A30764A6}"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31BB930C-F92F-4A11-8DE2-CE263ED43C32}">
      <dgm:prSet/>
      <dgm:spPr/>
      <dgm:t>
        <a:bodyPr/>
        <a:lstStyle/>
        <a:p>
          <a:r>
            <a:rPr lang="en-US" b="1" i="0"/>
            <a:t>Dataset Overview</a:t>
          </a:r>
          <a:endParaRPr lang="en-US"/>
        </a:p>
      </dgm:t>
    </dgm:pt>
    <dgm:pt modelId="{67A36A34-2A38-4FC3-8907-EE164606B908}" type="parTrans" cxnId="{E4059759-D7ED-48A1-961A-3FA453DEBD0A}">
      <dgm:prSet/>
      <dgm:spPr/>
      <dgm:t>
        <a:bodyPr/>
        <a:lstStyle/>
        <a:p>
          <a:endParaRPr lang="en-US"/>
        </a:p>
      </dgm:t>
    </dgm:pt>
    <dgm:pt modelId="{9A601524-AF02-4C96-8E7A-A98E62D7AF1C}" type="sibTrans" cxnId="{E4059759-D7ED-48A1-961A-3FA453DEBD0A}">
      <dgm:prSet/>
      <dgm:spPr/>
      <dgm:t>
        <a:bodyPr/>
        <a:lstStyle/>
        <a:p>
          <a:endParaRPr lang="en-US"/>
        </a:p>
      </dgm:t>
    </dgm:pt>
    <dgm:pt modelId="{C0F3D181-09E6-4395-B6EA-7B3E001409FF}">
      <dgm:prSet/>
      <dgm:spPr/>
      <dgm:t>
        <a:bodyPr/>
        <a:lstStyle/>
        <a:p>
          <a:r>
            <a:rPr lang="en-US" b="0" i="0" dirty="0"/>
            <a:t>Utilizes the Linux </a:t>
          </a:r>
          <a:r>
            <a:rPr lang="en-US" b="0" i="0" dirty="0" err="1"/>
            <a:t>PatchDB</a:t>
          </a:r>
          <a:r>
            <a:rPr lang="en-US" b="0" i="0" dirty="0"/>
            <a:t> dataset from 'A Study of Linux File System Evolution', consisting of 5,079 patches from major Linux file systems. </a:t>
          </a:r>
          <a:endParaRPr lang="en-US" dirty="0"/>
        </a:p>
      </dgm:t>
    </dgm:pt>
    <dgm:pt modelId="{2E9A6038-9972-47E8-A27A-5B50D2E7686B}" type="parTrans" cxnId="{A3E62106-CD30-4AD9-B58D-017607401E08}">
      <dgm:prSet/>
      <dgm:spPr/>
      <dgm:t>
        <a:bodyPr/>
        <a:lstStyle/>
        <a:p>
          <a:endParaRPr lang="en-US"/>
        </a:p>
      </dgm:t>
    </dgm:pt>
    <dgm:pt modelId="{AD9E71EA-CBED-4402-96F1-98EAA749404A}" type="sibTrans" cxnId="{A3E62106-CD30-4AD9-B58D-017607401E08}">
      <dgm:prSet/>
      <dgm:spPr/>
      <dgm:t>
        <a:bodyPr/>
        <a:lstStyle/>
        <a:p>
          <a:endParaRPr lang="en-US"/>
        </a:p>
      </dgm:t>
    </dgm:pt>
    <dgm:pt modelId="{35C787AE-D7F4-4473-BE8C-1BDEBA679C89}">
      <dgm:prSet/>
      <dgm:spPr/>
      <dgm:t>
        <a:bodyPr/>
        <a:lstStyle/>
        <a:p>
          <a:r>
            <a:rPr lang="en-US" b="1" i="0"/>
            <a:t>Data Preprocessing</a:t>
          </a:r>
          <a:endParaRPr lang="en-US"/>
        </a:p>
      </dgm:t>
    </dgm:pt>
    <dgm:pt modelId="{E9D1C438-DF4C-4752-8B3B-DF865C7030B3}" type="parTrans" cxnId="{1F1C4061-2D87-4366-8145-7D3A28D54808}">
      <dgm:prSet/>
      <dgm:spPr/>
      <dgm:t>
        <a:bodyPr/>
        <a:lstStyle/>
        <a:p>
          <a:endParaRPr lang="en-US"/>
        </a:p>
      </dgm:t>
    </dgm:pt>
    <dgm:pt modelId="{E82E7763-B971-4CBA-A96F-4B6F59846C64}" type="sibTrans" cxnId="{1F1C4061-2D87-4366-8145-7D3A28D54808}">
      <dgm:prSet/>
      <dgm:spPr/>
      <dgm:t>
        <a:bodyPr/>
        <a:lstStyle/>
        <a:p>
          <a:endParaRPr lang="en-US"/>
        </a:p>
      </dgm:t>
    </dgm:pt>
    <dgm:pt modelId="{18695863-D06A-4518-A422-DE3660EBAE2B}">
      <dgm:prSet/>
      <dgm:spPr/>
      <dgm:t>
        <a:bodyPr/>
        <a:lstStyle/>
        <a:p>
          <a:r>
            <a:rPr lang="en-US" b="0" i="0" dirty="0"/>
            <a:t>Involves encoding categorical variables and normalizing numerical features. Text-based features are processed using a pre-trained BERT model to generate 768-dimensional embeddings, converting textual metadata into dense vector representations for classification.</a:t>
          </a:r>
          <a:endParaRPr lang="en-US" dirty="0"/>
        </a:p>
      </dgm:t>
    </dgm:pt>
    <dgm:pt modelId="{7B818322-E8C0-4D25-8319-BBB1AD02338E}" type="parTrans" cxnId="{951D24D0-FF54-4D34-9BF0-586B2CF21084}">
      <dgm:prSet/>
      <dgm:spPr/>
      <dgm:t>
        <a:bodyPr/>
        <a:lstStyle/>
        <a:p>
          <a:endParaRPr lang="en-US"/>
        </a:p>
      </dgm:t>
    </dgm:pt>
    <dgm:pt modelId="{22F7D88A-DAB5-430C-9C6F-FE4D6D29C6F7}" type="sibTrans" cxnId="{951D24D0-FF54-4D34-9BF0-586B2CF21084}">
      <dgm:prSet/>
      <dgm:spPr/>
      <dgm:t>
        <a:bodyPr/>
        <a:lstStyle/>
        <a:p>
          <a:endParaRPr lang="en-US"/>
        </a:p>
      </dgm:t>
    </dgm:pt>
    <dgm:pt modelId="{0334E17E-F193-4894-9EBD-09610D4871D6}">
      <dgm:prSet/>
      <dgm:spPr/>
      <dgm:t>
        <a:bodyPr/>
        <a:lstStyle/>
        <a:p>
          <a:r>
            <a:rPr lang="en-US" b="1" i="0"/>
            <a:t>Methodology</a:t>
          </a:r>
          <a:endParaRPr lang="en-US"/>
        </a:p>
      </dgm:t>
    </dgm:pt>
    <dgm:pt modelId="{CB1D9C87-693C-485E-8465-AB549C88BD21}" type="parTrans" cxnId="{09CF2D38-A781-4930-913E-BD2C0AAAF154}">
      <dgm:prSet/>
      <dgm:spPr/>
      <dgm:t>
        <a:bodyPr/>
        <a:lstStyle/>
        <a:p>
          <a:endParaRPr lang="en-US"/>
        </a:p>
      </dgm:t>
    </dgm:pt>
    <dgm:pt modelId="{AEBF7A64-E470-44CD-908C-B6CF688D1DD1}" type="sibTrans" cxnId="{09CF2D38-A781-4930-913E-BD2C0AAAF154}">
      <dgm:prSet/>
      <dgm:spPr/>
      <dgm:t>
        <a:bodyPr/>
        <a:lstStyle/>
        <a:p>
          <a:endParaRPr lang="en-US"/>
        </a:p>
      </dgm:t>
    </dgm:pt>
    <dgm:pt modelId="{A5E1EC54-C03D-482A-983C-819A1242A385}">
      <dgm:prSet/>
      <dgm:spPr/>
      <dgm:t>
        <a:bodyPr/>
        <a:lstStyle/>
        <a:p>
          <a:r>
            <a:rPr lang="en-US" b="0" i="0" dirty="0"/>
            <a:t>The neural network model integrates multiple input features and utilizes cross-entropy loss for multi-class classification tasks. </a:t>
          </a:r>
          <a:r>
            <a:rPr lang="en-US" b="0" i="0" dirty="0" err="1"/>
            <a:t>PyTorch</a:t>
          </a:r>
          <a:r>
            <a:rPr lang="en-US" b="0" i="0" dirty="0"/>
            <a:t> and Hugging Face Transformers libraries are used for implementation, with training conducted over 30 epochs with an Adam optimizer.</a:t>
          </a:r>
          <a:endParaRPr lang="en-US" dirty="0"/>
        </a:p>
      </dgm:t>
    </dgm:pt>
    <dgm:pt modelId="{603C02FF-148C-4A52-B385-B8A70F3B2026}" type="parTrans" cxnId="{C2D576D6-CD73-4540-88E4-A15C0F92A176}">
      <dgm:prSet/>
      <dgm:spPr/>
      <dgm:t>
        <a:bodyPr/>
        <a:lstStyle/>
        <a:p>
          <a:endParaRPr lang="en-US"/>
        </a:p>
      </dgm:t>
    </dgm:pt>
    <dgm:pt modelId="{4885C8D1-4F2A-4CD5-9990-7B3989D015E1}" type="sibTrans" cxnId="{C2D576D6-CD73-4540-88E4-A15C0F92A176}">
      <dgm:prSet/>
      <dgm:spPr/>
      <dgm:t>
        <a:bodyPr/>
        <a:lstStyle/>
        <a:p>
          <a:endParaRPr lang="en-US"/>
        </a:p>
      </dgm:t>
    </dgm:pt>
    <dgm:pt modelId="{C858B0CC-DC25-C142-916A-FFFAE3160924}" type="pres">
      <dgm:prSet presAssocID="{A9CC490A-612F-4D17-BCEB-9291A30764A6}" presName="linear" presStyleCnt="0">
        <dgm:presLayoutVars>
          <dgm:dir/>
          <dgm:animLvl val="lvl"/>
          <dgm:resizeHandles val="exact"/>
        </dgm:presLayoutVars>
      </dgm:prSet>
      <dgm:spPr/>
    </dgm:pt>
    <dgm:pt modelId="{1F5FC1B5-69A1-2F48-8B4E-37B8D051EC70}" type="pres">
      <dgm:prSet presAssocID="{31BB930C-F92F-4A11-8DE2-CE263ED43C32}" presName="parentLin" presStyleCnt="0"/>
      <dgm:spPr/>
    </dgm:pt>
    <dgm:pt modelId="{87B51F36-8F48-8549-8A68-0EAF25D001B6}" type="pres">
      <dgm:prSet presAssocID="{31BB930C-F92F-4A11-8DE2-CE263ED43C32}" presName="parentLeftMargin" presStyleLbl="node1" presStyleIdx="0" presStyleCnt="3"/>
      <dgm:spPr/>
    </dgm:pt>
    <dgm:pt modelId="{FA25FFB4-E607-0B44-921C-EFC04563CC6D}" type="pres">
      <dgm:prSet presAssocID="{31BB930C-F92F-4A11-8DE2-CE263ED43C32}" presName="parentText" presStyleLbl="node1" presStyleIdx="0" presStyleCnt="3">
        <dgm:presLayoutVars>
          <dgm:chMax val="0"/>
          <dgm:bulletEnabled val="1"/>
        </dgm:presLayoutVars>
      </dgm:prSet>
      <dgm:spPr/>
    </dgm:pt>
    <dgm:pt modelId="{AB30B214-354C-CA47-8BB3-4050321549AC}" type="pres">
      <dgm:prSet presAssocID="{31BB930C-F92F-4A11-8DE2-CE263ED43C32}" presName="negativeSpace" presStyleCnt="0"/>
      <dgm:spPr/>
    </dgm:pt>
    <dgm:pt modelId="{01951BAB-1584-B541-BD1F-959CFF88F89A}" type="pres">
      <dgm:prSet presAssocID="{31BB930C-F92F-4A11-8DE2-CE263ED43C32}" presName="childText" presStyleLbl="conFgAcc1" presStyleIdx="0" presStyleCnt="3">
        <dgm:presLayoutVars>
          <dgm:bulletEnabled val="1"/>
        </dgm:presLayoutVars>
      </dgm:prSet>
      <dgm:spPr/>
    </dgm:pt>
    <dgm:pt modelId="{DA7BFC30-01C5-5E45-A342-D334D23711E8}" type="pres">
      <dgm:prSet presAssocID="{9A601524-AF02-4C96-8E7A-A98E62D7AF1C}" presName="spaceBetweenRectangles" presStyleCnt="0"/>
      <dgm:spPr/>
    </dgm:pt>
    <dgm:pt modelId="{7B79D853-5B42-F441-BCAC-7AD89B0020D2}" type="pres">
      <dgm:prSet presAssocID="{35C787AE-D7F4-4473-BE8C-1BDEBA679C89}" presName="parentLin" presStyleCnt="0"/>
      <dgm:spPr/>
    </dgm:pt>
    <dgm:pt modelId="{B5C74BCD-20FC-A94C-99DB-F98C0BB65344}" type="pres">
      <dgm:prSet presAssocID="{35C787AE-D7F4-4473-BE8C-1BDEBA679C89}" presName="parentLeftMargin" presStyleLbl="node1" presStyleIdx="0" presStyleCnt="3"/>
      <dgm:spPr/>
    </dgm:pt>
    <dgm:pt modelId="{8B1D956A-934A-D149-AA69-5726AED3134C}" type="pres">
      <dgm:prSet presAssocID="{35C787AE-D7F4-4473-BE8C-1BDEBA679C89}" presName="parentText" presStyleLbl="node1" presStyleIdx="1" presStyleCnt="3">
        <dgm:presLayoutVars>
          <dgm:chMax val="0"/>
          <dgm:bulletEnabled val="1"/>
        </dgm:presLayoutVars>
      </dgm:prSet>
      <dgm:spPr/>
    </dgm:pt>
    <dgm:pt modelId="{5CBE7190-8E31-6D46-9288-E7F426EC2022}" type="pres">
      <dgm:prSet presAssocID="{35C787AE-D7F4-4473-BE8C-1BDEBA679C89}" presName="negativeSpace" presStyleCnt="0"/>
      <dgm:spPr/>
    </dgm:pt>
    <dgm:pt modelId="{DB2158E3-AED1-F448-B58E-8A4976A7F8FA}" type="pres">
      <dgm:prSet presAssocID="{35C787AE-D7F4-4473-BE8C-1BDEBA679C89}" presName="childText" presStyleLbl="conFgAcc1" presStyleIdx="1" presStyleCnt="3">
        <dgm:presLayoutVars>
          <dgm:bulletEnabled val="1"/>
        </dgm:presLayoutVars>
      </dgm:prSet>
      <dgm:spPr/>
    </dgm:pt>
    <dgm:pt modelId="{E9F32276-4734-6949-8CA0-58EB5051B98A}" type="pres">
      <dgm:prSet presAssocID="{E82E7763-B971-4CBA-A96F-4B6F59846C64}" presName="spaceBetweenRectangles" presStyleCnt="0"/>
      <dgm:spPr/>
    </dgm:pt>
    <dgm:pt modelId="{CF8E3AEA-A3BA-FE47-9A4C-00CECF7E2EA9}" type="pres">
      <dgm:prSet presAssocID="{0334E17E-F193-4894-9EBD-09610D4871D6}" presName="parentLin" presStyleCnt="0"/>
      <dgm:spPr/>
    </dgm:pt>
    <dgm:pt modelId="{E69967B5-6F92-1E43-9EB5-3B8EE860E6C9}" type="pres">
      <dgm:prSet presAssocID="{0334E17E-F193-4894-9EBD-09610D4871D6}" presName="parentLeftMargin" presStyleLbl="node1" presStyleIdx="1" presStyleCnt="3"/>
      <dgm:spPr/>
    </dgm:pt>
    <dgm:pt modelId="{60C94E1B-454A-1242-BD3F-EA31A3CC8473}" type="pres">
      <dgm:prSet presAssocID="{0334E17E-F193-4894-9EBD-09610D4871D6}" presName="parentText" presStyleLbl="node1" presStyleIdx="2" presStyleCnt="3">
        <dgm:presLayoutVars>
          <dgm:chMax val="0"/>
          <dgm:bulletEnabled val="1"/>
        </dgm:presLayoutVars>
      </dgm:prSet>
      <dgm:spPr/>
    </dgm:pt>
    <dgm:pt modelId="{CB935DB0-79CB-0F49-9CD6-2592637CD459}" type="pres">
      <dgm:prSet presAssocID="{0334E17E-F193-4894-9EBD-09610D4871D6}" presName="negativeSpace" presStyleCnt="0"/>
      <dgm:spPr/>
    </dgm:pt>
    <dgm:pt modelId="{8ED2DC60-A463-AA4D-B4F4-DA2C6108147E}" type="pres">
      <dgm:prSet presAssocID="{0334E17E-F193-4894-9EBD-09610D4871D6}" presName="childText" presStyleLbl="conFgAcc1" presStyleIdx="2" presStyleCnt="3">
        <dgm:presLayoutVars>
          <dgm:bulletEnabled val="1"/>
        </dgm:presLayoutVars>
      </dgm:prSet>
      <dgm:spPr/>
    </dgm:pt>
  </dgm:ptLst>
  <dgm:cxnLst>
    <dgm:cxn modelId="{A3E62106-CD30-4AD9-B58D-017607401E08}" srcId="{31BB930C-F92F-4A11-8DE2-CE263ED43C32}" destId="{C0F3D181-09E6-4395-B6EA-7B3E001409FF}" srcOrd="0" destOrd="0" parTransId="{2E9A6038-9972-47E8-A27A-5B50D2E7686B}" sibTransId="{AD9E71EA-CBED-4402-96F1-98EAA749404A}"/>
    <dgm:cxn modelId="{AFD1DF26-8ACB-4B45-A39F-D073339B943F}" type="presOf" srcId="{31BB930C-F92F-4A11-8DE2-CE263ED43C32}" destId="{FA25FFB4-E607-0B44-921C-EFC04563CC6D}" srcOrd="1" destOrd="0" presId="urn:microsoft.com/office/officeart/2005/8/layout/list1"/>
    <dgm:cxn modelId="{C9108336-871D-1349-9A7C-4BB144BDAF6A}" type="presOf" srcId="{A5E1EC54-C03D-482A-983C-819A1242A385}" destId="{8ED2DC60-A463-AA4D-B4F4-DA2C6108147E}" srcOrd="0" destOrd="0" presId="urn:microsoft.com/office/officeart/2005/8/layout/list1"/>
    <dgm:cxn modelId="{09CF2D38-A781-4930-913E-BD2C0AAAF154}" srcId="{A9CC490A-612F-4D17-BCEB-9291A30764A6}" destId="{0334E17E-F193-4894-9EBD-09610D4871D6}" srcOrd="2" destOrd="0" parTransId="{CB1D9C87-693C-485E-8465-AB549C88BD21}" sibTransId="{AEBF7A64-E470-44CD-908C-B6CF688D1DD1}"/>
    <dgm:cxn modelId="{937BB23F-CB25-F843-B3F9-C65EB2E40862}" type="presOf" srcId="{0334E17E-F193-4894-9EBD-09610D4871D6}" destId="{E69967B5-6F92-1E43-9EB5-3B8EE860E6C9}" srcOrd="0" destOrd="0" presId="urn:microsoft.com/office/officeart/2005/8/layout/list1"/>
    <dgm:cxn modelId="{2FC91048-4936-114B-8C0F-382FA47B7616}" type="presOf" srcId="{35C787AE-D7F4-4473-BE8C-1BDEBA679C89}" destId="{8B1D956A-934A-D149-AA69-5726AED3134C}" srcOrd="1" destOrd="0" presId="urn:microsoft.com/office/officeart/2005/8/layout/list1"/>
    <dgm:cxn modelId="{E4059759-D7ED-48A1-961A-3FA453DEBD0A}" srcId="{A9CC490A-612F-4D17-BCEB-9291A30764A6}" destId="{31BB930C-F92F-4A11-8DE2-CE263ED43C32}" srcOrd="0" destOrd="0" parTransId="{67A36A34-2A38-4FC3-8907-EE164606B908}" sibTransId="{9A601524-AF02-4C96-8E7A-A98E62D7AF1C}"/>
    <dgm:cxn modelId="{1F1C4061-2D87-4366-8145-7D3A28D54808}" srcId="{A9CC490A-612F-4D17-BCEB-9291A30764A6}" destId="{35C787AE-D7F4-4473-BE8C-1BDEBA679C89}" srcOrd="1" destOrd="0" parTransId="{E9D1C438-DF4C-4752-8B3B-DF865C7030B3}" sibTransId="{E82E7763-B971-4CBA-A96F-4B6F59846C64}"/>
    <dgm:cxn modelId="{D3894472-C5F3-F842-B80C-9D3F8A18E368}" type="presOf" srcId="{A9CC490A-612F-4D17-BCEB-9291A30764A6}" destId="{C858B0CC-DC25-C142-916A-FFFAE3160924}" srcOrd="0" destOrd="0" presId="urn:microsoft.com/office/officeart/2005/8/layout/list1"/>
    <dgm:cxn modelId="{9FB78782-3D59-294C-9D0C-AF3AE42F7F1C}" type="presOf" srcId="{18695863-D06A-4518-A422-DE3660EBAE2B}" destId="{DB2158E3-AED1-F448-B58E-8A4976A7F8FA}" srcOrd="0" destOrd="0" presId="urn:microsoft.com/office/officeart/2005/8/layout/list1"/>
    <dgm:cxn modelId="{3E78BF8D-84C2-3D43-A56B-4FF00AE2B58B}" type="presOf" srcId="{0334E17E-F193-4894-9EBD-09610D4871D6}" destId="{60C94E1B-454A-1242-BD3F-EA31A3CC8473}" srcOrd="1" destOrd="0" presId="urn:microsoft.com/office/officeart/2005/8/layout/list1"/>
    <dgm:cxn modelId="{7F6832C0-3CA9-F444-88E9-3279CB30EA5F}" type="presOf" srcId="{31BB930C-F92F-4A11-8DE2-CE263ED43C32}" destId="{87B51F36-8F48-8549-8A68-0EAF25D001B6}" srcOrd="0" destOrd="0" presId="urn:microsoft.com/office/officeart/2005/8/layout/list1"/>
    <dgm:cxn modelId="{951D24D0-FF54-4D34-9BF0-586B2CF21084}" srcId="{35C787AE-D7F4-4473-BE8C-1BDEBA679C89}" destId="{18695863-D06A-4518-A422-DE3660EBAE2B}" srcOrd="0" destOrd="0" parTransId="{7B818322-E8C0-4D25-8319-BBB1AD02338E}" sibTransId="{22F7D88A-DAB5-430C-9C6F-FE4D6D29C6F7}"/>
    <dgm:cxn modelId="{091544D4-A559-D640-B201-CB2778EF2347}" type="presOf" srcId="{C0F3D181-09E6-4395-B6EA-7B3E001409FF}" destId="{01951BAB-1584-B541-BD1F-959CFF88F89A}" srcOrd="0" destOrd="0" presId="urn:microsoft.com/office/officeart/2005/8/layout/list1"/>
    <dgm:cxn modelId="{C2D576D6-CD73-4540-88E4-A15C0F92A176}" srcId="{0334E17E-F193-4894-9EBD-09610D4871D6}" destId="{A5E1EC54-C03D-482A-983C-819A1242A385}" srcOrd="0" destOrd="0" parTransId="{603C02FF-148C-4A52-B385-B8A70F3B2026}" sibTransId="{4885C8D1-4F2A-4CD5-9990-7B3989D015E1}"/>
    <dgm:cxn modelId="{DD9377EB-FD16-9348-A5EC-EC791F4E487E}" type="presOf" srcId="{35C787AE-D7F4-4473-BE8C-1BDEBA679C89}" destId="{B5C74BCD-20FC-A94C-99DB-F98C0BB65344}" srcOrd="0" destOrd="0" presId="urn:microsoft.com/office/officeart/2005/8/layout/list1"/>
    <dgm:cxn modelId="{FCA2638B-BB85-A244-A25B-210C8CF701C4}" type="presParOf" srcId="{C858B0CC-DC25-C142-916A-FFFAE3160924}" destId="{1F5FC1B5-69A1-2F48-8B4E-37B8D051EC70}" srcOrd="0" destOrd="0" presId="urn:microsoft.com/office/officeart/2005/8/layout/list1"/>
    <dgm:cxn modelId="{AF914D01-1396-1244-9620-BDF27674AFF3}" type="presParOf" srcId="{1F5FC1B5-69A1-2F48-8B4E-37B8D051EC70}" destId="{87B51F36-8F48-8549-8A68-0EAF25D001B6}" srcOrd="0" destOrd="0" presId="urn:microsoft.com/office/officeart/2005/8/layout/list1"/>
    <dgm:cxn modelId="{7FF87F82-1102-0E4F-9DD1-3C1486D34C36}" type="presParOf" srcId="{1F5FC1B5-69A1-2F48-8B4E-37B8D051EC70}" destId="{FA25FFB4-E607-0B44-921C-EFC04563CC6D}" srcOrd="1" destOrd="0" presId="urn:microsoft.com/office/officeart/2005/8/layout/list1"/>
    <dgm:cxn modelId="{F5862819-D9E1-8946-9282-52EF6DFFBB54}" type="presParOf" srcId="{C858B0CC-DC25-C142-916A-FFFAE3160924}" destId="{AB30B214-354C-CA47-8BB3-4050321549AC}" srcOrd="1" destOrd="0" presId="urn:microsoft.com/office/officeart/2005/8/layout/list1"/>
    <dgm:cxn modelId="{CC9AF0C0-C49C-4046-8F59-1B491ADB03D6}" type="presParOf" srcId="{C858B0CC-DC25-C142-916A-FFFAE3160924}" destId="{01951BAB-1584-B541-BD1F-959CFF88F89A}" srcOrd="2" destOrd="0" presId="urn:microsoft.com/office/officeart/2005/8/layout/list1"/>
    <dgm:cxn modelId="{891DBF6E-EE17-F44C-ABF9-36B460B56200}" type="presParOf" srcId="{C858B0CC-DC25-C142-916A-FFFAE3160924}" destId="{DA7BFC30-01C5-5E45-A342-D334D23711E8}" srcOrd="3" destOrd="0" presId="urn:microsoft.com/office/officeart/2005/8/layout/list1"/>
    <dgm:cxn modelId="{25A6BBF7-DADD-5742-8686-3FCDFC20BAB2}" type="presParOf" srcId="{C858B0CC-DC25-C142-916A-FFFAE3160924}" destId="{7B79D853-5B42-F441-BCAC-7AD89B0020D2}" srcOrd="4" destOrd="0" presId="urn:microsoft.com/office/officeart/2005/8/layout/list1"/>
    <dgm:cxn modelId="{EE9563F8-8A6E-3C4F-B9E2-F1B7FDC6A107}" type="presParOf" srcId="{7B79D853-5B42-F441-BCAC-7AD89B0020D2}" destId="{B5C74BCD-20FC-A94C-99DB-F98C0BB65344}" srcOrd="0" destOrd="0" presId="urn:microsoft.com/office/officeart/2005/8/layout/list1"/>
    <dgm:cxn modelId="{8CF01ECC-088F-C740-90C9-F34A4B6FB3E0}" type="presParOf" srcId="{7B79D853-5B42-F441-BCAC-7AD89B0020D2}" destId="{8B1D956A-934A-D149-AA69-5726AED3134C}" srcOrd="1" destOrd="0" presId="urn:microsoft.com/office/officeart/2005/8/layout/list1"/>
    <dgm:cxn modelId="{0465CC55-B9BB-D04A-9689-1C1CC0847AF2}" type="presParOf" srcId="{C858B0CC-DC25-C142-916A-FFFAE3160924}" destId="{5CBE7190-8E31-6D46-9288-E7F426EC2022}" srcOrd="5" destOrd="0" presId="urn:microsoft.com/office/officeart/2005/8/layout/list1"/>
    <dgm:cxn modelId="{CBD859C3-B46D-1C49-A24C-050114E6692B}" type="presParOf" srcId="{C858B0CC-DC25-C142-916A-FFFAE3160924}" destId="{DB2158E3-AED1-F448-B58E-8A4976A7F8FA}" srcOrd="6" destOrd="0" presId="urn:microsoft.com/office/officeart/2005/8/layout/list1"/>
    <dgm:cxn modelId="{A7E3BA6A-E963-184E-AE3C-A7F980FCF43E}" type="presParOf" srcId="{C858B0CC-DC25-C142-916A-FFFAE3160924}" destId="{E9F32276-4734-6949-8CA0-58EB5051B98A}" srcOrd="7" destOrd="0" presId="urn:microsoft.com/office/officeart/2005/8/layout/list1"/>
    <dgm:cxn modelId="{58DB4E61-F768-2A4D-B274-3D04582B4E52}" type="presParOf" srcId="{C858B0CC-DC25-C142-916A-FFFAE3160924}" destId="{CF8E3AEA-A3BA-FE47-9A4C-00CECF7E2EA9}" srcOrd="8" destOrd="0" presId="urn:microsoft.com/office/officeart/2005/8/layout/list1"/>
    <dgm:cxn modelId="{672DD421-14C2-864B-BD2D-E0205B2894CC}" type="presParOf" srcId="{CF8E3AEA-A3BA-FE47-9A4C-00CECF7E2EA9}" destId="{E69967B5-6F92-1E43-9EB5-3B8EE860E6C9}" srcOrd="0" destOrd="0" presId="urn:microsoft.com/office/officeart/2005/8/layout/list1"/>
    <dgm:cxn modelId="{109A32C4-29B2-D047-A862-DCB02D0DE149}" type="presParOf" srcId="{CF8E3AEA-A3BA-FE47-9A4C-00CECF7E2EA9}" destId="{60C94E1B-454A-1242-BD3F-EA31A3CC8473}" srcOrd="1" destOrd="0" presId="urn:microsoft.com/office/officeart/2005/8/layout/list1"/>
    <dgm:cxn modelId="{35735D6A-BEA4-3842-8416-B701FEDDA09D}" type="presParOf" srcId="{C858B0CC-DC25-C142-916A-FFFAE3160924}" destId="{CB935DB0-79CB-0F49-9CD6-2592637CD459}" srcOrd="9" destOrd="0" presId="urn:microsoft.com/office/officeart/2005/8/layout/list1"/>
    <dgm:cxn modelId="{85C86D97-BAC1-A548-A13E-2852C52A5D59}" type="presParOf" srcId="{C858B0CC-DC25-C142-916A-FFFAE3160924}" destId="{8ED2DC60-A463-AA4D-B4F4-DA2C6108147E}"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077C49D-FFCB-4B6A-A518-0006F9D5CC3D}"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413BD2A0-1153-4742-B784-27D178CE4941}">
      <dgm:prSet/>
      <dgm:spPr/>
      <dgm:t>
        <a:bodyPr/>
        <a:lstStyle/>
        <a:p>
          <a:r>
            <a:rPr lang="en-GB" dirty="0"/>
            <a:t>Patches checked at </a:t>
          </a:r>
          <a:r>
            <a:rPr lang="en-GB" u="sng"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https://www.kernel.org/pub/linux/kernel/v2.6/ChangeLog-2.6.x</a:t>
          </a:r>
          <a:r>
            <a:rPr lang="en-GB" dirty="0"/>
            <a:t> - ‘x’ range =[0-39]</a:t>
          </a:r>
          <a:endParaRPr lang="en-US" dirty="0"/>
        </a:p>
      </dgm:t>
    </dgm:pt>
    <dgm:pt modelId="{095F1978-1C2C-45A5-ACD0-F12D8A438BFD}" type="parTrans" cxnId="{4C76E6D1-186A-4283-B481-4F572DB8BF59}">
      <dgm:prSet/>
      <dgm:spPr/>
      <dgm:t>
        <a:bodyPr/>
        <a:lstStyle/>
        <a:p>
          <a:endParaRPr lang="en-US"/>
        </a:p>
      </dgm:t>
    </dgm:pt>
    <dgm:pt modelId="{3F54DC75-0669-4169-9448-FBBEB7079A4D}" type="sibTrans" cxnId="{4C76E6D1-186A-4283-B481-4F572DB8BF59}">
      <dgm:prSet/>
      <dgm:spPr/>
      <dgm:t>
        <a:bodyPr/>
        <a:lstStyle/>
        <a:p>
          <a:endParaRPr lang="en-US"/>
        </a:p>
      </dgm:t>
    </dgm:pt>
    <dgm:pt modelId="{FBA64D5F-D34F-44DE-A9EE-64929057902F}">
      <dgm:prSet/>
      <dgm:spPr/>
      <dgm:t>
        <a:bodyPr/>
        <a:lstStyle/>
        <a:p>
          <a:r>
            <a:rPr lang="en-GB" dirty="0"/>
            <a:t>Only limited changelogs were found.</a:t>
          </a:r>
          <a:endParaRPr lang="en-US" dirty="0"/>
        </a:p>
      </dgm:t>
    </dgm:pt>
    <dgm:pt modelId="{0AD602AB-1F4B-4875-94C5-F27971597745}" type="parTrans" cxnId="{1D8F0087-45DA-44F1-AA50-0623409852C4}">
      <dgm:prSet/>
      <dgm:spPr/>
      <dgm:t>
        <a:bodyPr/>
        <a:lstStyle/>
        <a:p>
          <a:endParaRPr lang="en-US"/>
        </a:p>
      </dgm:t>
    </dgm:pt>
    <dgm:pt modelId="{8EDE588B-EA78-45CE-A8F7-8F273B169CF7}" type="sibTrans" cxnId="{1D8F0087-45DA-44F1-AA50-0623409852C4}">
      <dgm:prSet/>
      <dgm:spPr/>
      <dgm:t>
        <a:bodyPr/>
        <a:lstStyle/>
        <a:p>
          <a:endParaRPr lang="en-US"/>
        </a:p>
      </dgm:t>
    </dgm:pt>
    <dgm:pt modelId="{6493AEAD-457D-43E7-9452-7F151B2B266B}">
      <dgm:prSet/>
      <dgm:spPr/>
      <dgm:t>
        <a:bodyPr/>
        <a:lstStyle/>
        <a:p>
          <a:r>
            <a:rPr lang="en-GB" dirty="0"/>
            <a:t>XFS-patches found </a:t>
          </a:r>
          <a:endParaRPr lang="en-US" dirty="0"/>
        </a:p>
      </dgm:t>
    </dgm:pt>
    <dgm:pt modelId="{8925B695-1C94-42B1-913D-07D5CC810522}" type="parTrans" cxnId="{51A84DD0-85DE-434A-9AE3-6008F062D051}">
      <dgm:prSet/>
      <dgm:spPr/>
      <dgm:t>
        <a:bodyPr/>
        <a:lstStyle/>
        <a:p>
          <a:endParaRPr lang="en-US"/>
        </a:p>
      </dgm:t>
    </dgm:pt>
    <dgm:pt modelId="{4F5B3F80-D3FC-41D2-AF15-C533AAE60B48}" type="sibTrans" cxnId="{51A84DD0-85DE-434A-9AE3-6008F062D051}">
      <dgm:prSet/>
      <dgm:spPr/>
      <dgm:t>
        <a:bodyPr/>
        <a:lstStyle/>
        <a:p>
          <a:endParaRPr lang="en-US"/>
        </a:p>
      </dgm:t>
    </dgm:pt>
    <dgm:pt modelId="{2D0A9378-554D-4CEB-82C1-EFBAAC7E9471}">
      <dgm:prSet/>
      <dgm:spPr/>
      <dgm:t>
        <a:bodyPr/>
        <a:lstStyle/>
        <a:p>
          <a:r>
            <a:rPr lang="en-GB"/>
            <a:t>Jfs-patches found</a:t>
          </a:r>
          <a:endParaRPr lang="en-US"/>
        </a:p>
      </dgm:t>
    </dgm:pt>
    <dgm:pt modelId="{6AC69166-20B9-4192-A5BF-8DF3AC0DA2AD}" type="parTrans" cxnId="{CF56110F-F029-46C6-995C-3EE7EFADF7C0}">
      <dgm:prSet/>
      <dgm:spPr/>
      <dgm:t>
        <a:bodyPr/>
        <a:lstStyle/>
        <a:p>
          <a:endParaRPr lang="en-US"/>
        </a:p>
      </dgm:t>
    </dgm:pt>
    <dgm:pt modelId="{23956350-46D3-468E-8B3A-77F9B4644481}" type="sibTrans" cxnId="{CF56110F-F029-46C6-995C-3EE7EFADF7C0}">
      <dgm:prSet/>
      <dgm:spPr/>
      <dgm:t>
        <a:bodyPr/>
        <a:lstStyle/>
        <a:p>
          <a:endParaRPr lang="en-US"/>
        </a:p>
      </dgm:t>
    </dgm:pt>
    <dgm:pt modelId="{B9554FE2-6EF9-492C-AD63-13351E1CC43D}">
      <dgm:prSet/>
      <dgm:spPr/>
      <dgm:t>
        <a:bodyPr/>
        <a:lstStyle/>
        <a:p>
          <a:r>
            <a:rPr lang="en-GB" dirty="0"/>
            <a:t>Ext3-patches found</a:t>
          </a:r>
          <a:endParaRPr lang="en-US" dirty="0"/>
        </a:p>
      </dgm:t>
    </dgm:pt>
    <dgm:pt modelId="{6D7A7476-8C28-498B-BD92-69ADEBC7B99B}" type="parTrans" cxnId="{0171D580-287A-4FB2-B8A2-2FD0A137A370}">
      <dgm:prSet/>
      <dgm:spPr/>
      <dgm:t>
        <a:bodyPr/>
        <a:lstStyle/>
        <a:p>
          <a:endParaRPr lang="en-US"/>
        </a:p>
      </dgm:t>
    </dgm:pt>
    <dgm:pt modelId="{E91313B8-B8F5-47AD-AD7D-4B2B41852C78}" type="sibTrans" cxnId="{0171D580-287A-4FB2-B8A2-2FD0A137A370}">
      <dgm:prSet/>
      <dgm:spPr/>
      <dgm:t>
        <a:bodyPr/>
        <a:lstStyle/>
        <a:p>
          <a:endParaRPr lang="en-US"/>
        </a:p>
      </dgm:t>
    </dgm:pt>
    <dgm:pt modelId="{6A316220-5AAD-4C4A-9A0E-4BF6B707CFEC}">
      <dgm:prSet/>
      <dgm:spPr/>
      <dgm:t>
        <a:bodyPr/>
        <a:lstStyle/>
        <a:p>
          <a:r>
            <a:rPr lang="en-GB" dirty="0" err="1"/>
            <a:t>Reiserfs</a:t>
          </a:r>
          <a:r>
            <a:rPr lang="en-GB" dirty="0"/>
            <a:t>-patches found</a:t>
          </a:r>
          <a:endParaRPr lang="en-US" dirty="0"/>
        </a:p>
      </dgm:t>
    </dgm:pt>
    <dgm:pt modelId="{B6E9A2E6-D931-4F6D-8290-5378A03A939E}" type="parTrans" cxnId="{F8C62D92-927C-4810-96B0-03A2C1C34307}">
      <dgm:prSet/>
      <dgm:spPr/>
      <dgm:t>
        <a:bodyPr/>
        <a:lstStyle/>
        <a:p>
          <a:endParaRPr lang="en-US"/>
        </a:p>
      </dgm:t>
    </dgm:pt>
    <dgm:pt modelId="{842E03A5-F056-42B6-B2F4-310947773197}" type="sibTrans" cxnId="{F8C62D92-927C-4810-96B0-03A2C1C34307}">
      <dgm:prSet/>
      <dgm:spPr/>
      <dgm:t>
        <a:bodyPr/>
        <a:lstStyle/>
        <a:p>
          <a:endParaRPr lang="en-US"/>
        </a:p>
      </dgm:t>
    </dgm:pt>
    <dgm:pt modelId="{FE0113A5-B2C0-49A6-B577-EE72F7F294A8}">
      <dgm:prSet/>
      <dgm:spPr/>
      <dgm:t>
        <a:bodyPr/>
        <a:lstStyle/>
        <a:p>
          <a:r>
            <a:rPr lang="en-GB"/>
            <a:t>Ext4-patches not found</a:t>
          </a:r>
          <a:endParaRPr lang="en-US"/>
        </a:p>
      </dgm:t>
    </dgm:pt>
    <dgm:pt modelId="{F31972EC-B674-44FD-A037-970FC2B76B9A}" type="parTrans" cxnId="{E1A3F78E-C63B-48D9-BCE0-2FF93156A1B0}">
      <dgm:prSet/>
      <dgm:spPr/>
      <dgm:t>
        <a:bodyPr/>
        <a:lstStyle/>
        <a:p>
          <a:endParaRPr lang="en-US"/>
        </a:p>
      </dgm:t>
    </dgm:pt>
    <dgm:pt modelId="{80836839-8D3D-49C2-AA99-939865FD1398}" type="sibTrans" cxnId="{E1A3F78E-C63B-48D9-BCE0-2FF93156A1B0}">
      <dgm:prSet/>
      <dgm:spPr/>
      <dgm:t>
        <a:bodyPr/>
        <a:lstStyle/>
        <a:p>
          <a:endParaRPr lang="en-US"/>
        </a:p>
      </dgm:t>
    </dgm:pt>
    <dgm:pt modelId="{00A4DC78-2F8A-4DBE-B442-9C8DE8290C4D}">
      <dgm:prSet/>
      <dgm:spPr/>
      <dgm:t>
        <a:bodyPr/>
        <a:lstStyle/>
        <a:p>
          <a:r>
            <a:rPr lang="en-GB" dirty="0" err="1"/>
            <a:t>Btrfs</a:t>
          </a:r>
          <a:r>
            <a:rPr lang="en-GB" dirty="0"/>
            <a:t>-patches not found</a:t>
          </a:r>
          <a:endParaRPr lang="en-US" dirty="0"/>
        </a:p>
      </dgm:t>
    </dgm:pt>
    <dgm:pt modelId="{3EAD6549-6573-4A42-931F-CC6373315C25}" type="parTrans" cxnId="{87478FB3-5772-4F51-B74B-26AFF9F985DF}">
      <dgm:prSet/>
      <dgm:spPr/>
      <dgm:t>
        <a:bodyPr/>
        <a:lstStyle/>
        <a:p>
          <a:endParaRPr lang="en-US"/>
        </a:p>
      </dgm:t>
    </dgm:pt>
    <dgm:pt modelId="{A8C1A236-C860-4F88-91B0-0E76F7CA8B3E}" type="sibTrans" cxnId="{87478FB3-5772-4F51-B74B-26AFF9F985DF}">
      <dgm:prSet/>
      <dgm:spPr/>
      <dgm:t>
        <a:bodyPr/>
        <a:lstStyle/>
        <a:p>
          <a:endParaRPr lang="en-US"/>
        </a:p>
      </dgm:t>
    </dgm:pt>
    <dgm:pt modelId="{3383157A-4FA0-AA46-8985-EE742D0AE9B2}" type="pres">
      <dgm:prSet presAssocID="{B077C49D-FFCB-4B6A-A518-0006F9D5CC3D}" presName="linear" presStyleCnt="0">
        <dgm:presLayoutVars>
          <dgm:animLvl val="lvl"/>
          <dgm:resizeHandles val="exact"/>
        </dgm:presLayoutVars>
      </dgm:prSet>
      <dgm:spPr/>
    </dgm:pt>
    <dgm:pt modelId="{D3E7CD8C-89F2-7244-BA90-2EBA4484D667}" type="pres">
      <dgm:prSet presAssocID="{413BD2A0-1153-4742-B784-27D178CE4941}" presName="parentText" presStyleLbl="node1" presStyleIdx="0" presStyleCnt="2">
        <dgm:presLayoutVars>
          <dgm:chMax val="0"/>
          <dgm:bulletEnabled val="1"/>
        </dgm:presLayoutVars>
      </dgm:prSet>
      <dgm:spPr/>
    </dgm:pt>
    <dgm:pt modelId="{3D43262C-27EF-8342-BBEE-E690E2F7144A}" type="pres">
      <dgm:prSet presAssocID="{3F54DC75-0669-4169-9448-FBBEB7079A4D}" presName="spacer" presStyleCnt="0"/>
      <dgm:spPr/>
    </dgm:pt>
    <dgm:pt modelId="{0FD439B7-5EA0-2A48-90ED-76A839DC882C}" type="pres">
      <dgm:prSet presAssocID="{FBA64D5F-D34F-44DE-A9EE-64929057902F}" presName="parentText" presStyleLbl="node1" presStyleIdx="1" presStyleCnt="2">
        <dgm:presLayoutVars>
          <dgm:chMax val="0"/>
          <dgm:bulletEnabled val="1"/>
        </dgm:presLayoutVars>
      </dgm:prSet>
      <dgm:spPr/>
    </dgm:pt>
    <dgm:pt modelId="{B2CC615F-9451-BE40-859A-62862C56E32F}" type="pres">
      <dgm:prSet presAssocID="{FBA64D5F-D34F-44DE-A9EE-64929057902F}" presName="childText" presStyleLbl="revTx" presStyleIdx="0" presStyleCnt="1">
        <dgm:presLayoutVars>
          <dgm:bulletEnabled val="1"/>
        </dgm:presLayoutVars>
      </dgm:prSet>
      <dgm:spPr/>
    </dgm:pt>
  </dgm:ptLst>
  <dgm:cxnLst>
    <dgm:cxn modelId="{CF56110F-F029-46C6-995C-3EE7EFADF7C0}" srcId="{FBA64D5F-D34F-44DE-A9EE-64929057902F}" destId="{2D0A9378-554D-4CEB-82C1-EFBAAC7E9471}" srcOrd="1" destOrd="0" parTransId="{6AC69166-20B9-4192-A5BF-8DF3AC0DA2AD}" sibTransId="{23956350-46D3-468E-8B3A-77F9B4644481}"/>
    <dgm:cxn modelId="{6A505737-2662-8A48-8442-853C38021F1F}" type="presOf" srcId="{6A316220-5AAD-4C4A-9A0E-4BF6B707CFEC}" destId="{B2CC615F-9451-BE40-859A-62862C56E32F}" srcOrd="0" destOrd="3" presId="urn:microsoft.com/office/officeart/2005/8/layout/vList2"/>
    <dgm:cxn modelId="{EBC0473B-5A94-884F-98AF-7B898C797C91}" type="presOf" srcId="{FE0113A5-B2C0-49A6-B577-EE72F7F294A8}" destId="{B2CC615F-9451-BE40-859A-62862C56E32F}" srcOrd="0" destOrd="4" presId="urn:microsoft.com/office/officeart/2005/8/layout/vList2"/>
    <dgm:cxn modelId="{0171D580-287A-4FB2-B8A2-2FD0A137A370}" srcId="{FBA64D5F-D34F-44DE-A9EE-64929057902F}" destId="{B9554FE2-6EF9-492C-AD63-13351E1CC43D}" srcOrd="2" destOrd="0" parTransId="{6D7A7476-8C28-498B-BD92-69ADEBC7B99B}" sibTransId="{E91313B8-B8F5-47AD-AD7D-4B2B41852C78}"/>
    <dgm:cxn modelId="{1D8F0087-45DA-44F1-AA50-0623409852C4}" srcId="{B077C49D-FFCB-4B6A-A518-0006F9D5CC3D}" destId="{FBA64D5F-D34F-44DE-A9EE-64929057902F}" srcOrd="1" destOrd="0" parTransId="{0AD602AB-1F4B-4875-94C5-F27971597745}" sibTransId="{8EDE588B-EA78-45CE-A8F7-8F273B169CF7}"/>
    <dgm:cxn modelId="{9B9DC08D-8314-AB4D-ABE2-FE1F4E5C5327}" type="presOf" srcId="{B9554FE2-6EF9-492C-AD63-13351E1CC43D}" destId="{B2CC615F-9451-BE40-859A-62862C56E32F}" srcOrd="0" destOrd="2" presId="urn:microsoft.com/office/officeart/2005/8/layout/vList2"/>
    <dgm:cxn modelId="{E1A3F78E-C63B-48D9-BCE0-2FF93156A1B0}" srcId="{FBA64D5F-D34F-44DE-A9EE-64929057902F}" destId="{FE0113A5-B2C0-49A6-B577-EE72F7F294A8}" srcOrd="4" destOrd="0" parTransId="{F31972EC-B674-44FD-A037-970FC2B76B9A}" sibTransId="{80836839-8D3D-49C2-AA99-939865FD1398}"/>
    <dgm:cxn modelId="{F8C62D92-927C-4810-96B0-03A2C1C34307}" srcId="{FBA64D5F-D34F-44DE-A9EE-64929057902F}" destId="{6A316220-5AAD-4C4A-9A0E-4BF6B707CFEC}" srcOrd="3" destOrd="0" parTransId="{B6E9A2E6-D931-4F6D-8290-5378A03A939E}" sibTransId="{842E03A5-F056-42B6-B2F4-310947773197}"/>
    <dgm:cxn modelId="{136E23B3-7476-B54F-9D75-A7DF68266F5D}" type="presOf" srcId="{FBA64D5F-D34F-44DE-A9EE-64929057902F}" destId="{0FD439B7-5EA0-2A48-90ED-76A839DC882C}" srcOrd="0" destOrd="0" presId="urn:microsoft.com/office/officeart/2005/8/layout/vList2"/>
    <dgm:cxn modelId="{87478FB3-5772-4F51-B74B-26AFF9F985DF}" srcId="{FBA64D5F-D34F-44DE-A9EE-64929057902F}" destId="{00A4DC78-2F8A-4DBE-B442-9C8DE8290C4D}" srcOrd="5" destOrd="0" parTransId="{3EAD6549-6573-4A42-931F-CC6373315C25}" sibTransId="{A8C1A236-C860-4F88-91B0-0E76F7CA8B3E}"/>
    <dgm:cxn modelId="{51A84DD0-85DE-434A-9AE3-6008F062D051}" srcId="{FBA64D5F-D34F-44DE-A9EE-64929057902F}" destId="{6493AEAD-457D-43E7-9452-7F151B2B266B}" srcOrd="0" destOrd="0" parTransId="{8925B695-1C94-42B1-913D-07D5CC810522}" sibTransId="{4F5B3F80-D3FC-41D2-AF15-C533AAE60B48}"/>
    <dgm:cxn modelId="{4C76E6D1-186A-4283-B481-4F572DB8BF59}" srcId="{B077C49D-FFCB-4B6A-A518-0006F9D5CC3D}" destId="{413BD2A0-1153-4742-B784-27D178CE4941}" srcOrd="0" destOrd="0" parTransId="{095F1978-1C2C-45A5-ACD0-F12D8A438BFD}" sibTransId="{3F54DC75-0669-4169-9448-FBBEB7079A4D}"/>
    <dgm:cxn modelId="{F971DBDD-362F-4048-AFA9-2AFDEB4F585C}" type="presOf" srcId="{00A4DC78-2F8A-4DBE-B442-9C8DE8290C4D}" destId="{B2CC615F-9451-BE40-859A-62862C56E32F}" srcOrd="0" destOrd="5" presId="urn:microsoft.com/office/officeart/2005/8/layout/vList2"/>
    <dgm:cxn modelId="{917D65EC-E14A-C146-ACF6-9CB8D08F5CC0}" type="presOf" srcId="{2D0A9378-554D-4CEB-82C1-EFBAAC7E9471}" destId="{B2CC615F-9451-BE40-859A-62862C56E32F}" srcOrd="0" destOrd="1" presId="urn:microsoft.com/office/officeart/2005/8/layout/vList2"/>
    <dgm:cxn modelId="{165E0AEF-4CAA-BA4C-BEA3-D6BDDAEF831A}" type="presOf" srcId="{B077C49D-FFCB-4B6A-A518-0006F9D5CC3D}" destId="{3383157A-4FA0-AA46-8985-EE742D0AE9B2}" srcOrd="0" destOrd="0" presId="urn:microsoft.com/office/officeart/2005/8/layout/vList2"/>
    <dgm:cxn modelId="{95BCA7F6-BDE8-7847-809A-823B3D05B141}" type="presOf" srcId="{413BD2A0-1153-4742-B784-27D178CE4941}" destId="{D3E7CD8C-89F2-7244-BA90-2EBA4484D667}" srcOrd="0" destOrd="0" presId="urn:microsoft.com/office/officeart/2005/8/layout/vList2"/>
    <dgm:cxn modelId="{CCDE11F9-2755-664D-A302-9B03BAC5BC6A}" type="presOf" srcId="{6493AEAD-457D-43E7-9452-7F151B2B266B}" destId="{B2CC615F-9451-BE40-859A-62862C56E32F}" srcOrd="0" destOrd="0" presId="urn:microsoft.com/office/officeart/2005/8/layout/vList2"/>
    <dgm:cxn modelId="{1305CB76-B135-224F-BBF1-442C3F630A8A}" type="presParOf" srcId="{3383157A-4FA0-AA46-8985-EE742D0AE9B2}" destId="{D3E7CD8C-89F2-7244-BA90-2EBA4484D667}" srcOrd="0" destOrd="0" presId="urn:microsoft.com/office/officeart/2005/8/layout/vList2"/>
    <dgm:cxn modelId="{8C216226-DDF4-EC45-BFEC-E1972C301ED6}" type="presParOf" srcId="{3383157A-4FA0-AA46-8985-EE742D0AE9B2}" destId="{3D43262C-27EF-8342-BBEE-E690E2F7144A}" srcOrd="1" destOrd="0" presId="urn:microsoft.com/office/officeart/2005/8/layout/vList2"/>
    <dgm:cxn modelId="{8F194473-DC80-4F40-B453-E64BA1D1E88A}" type="presParOf" srcId="{3383157A-4FA0-AA46-8985-EE742D0AE9B2}" destId="{0FD439B7-5EA0-2A48-90ED-76A839DC882C}" srcOrd="2" destOrd="0" presId="urn:microsoft.com/office/officeart/2005/8/layout/vList2"/>
    <dgm:cxn modelId="{D5E8F012-5304-EB48-BA03-C1D7E923C01F}" type="presParOf" srcId="{3383157A-4FA0-AA46-8985-EE742D0AE9B2}" destId="{B2CC615F-9451-BE40-859A-62862C56E32F}" srcOrd="3"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55810EB-C5D8-448F-BE66-D1D50929C59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55A4144-7489-4874-AAF9-71E0CFBA5133}">
      <dgm:prSet/>
      <dgm:spPr/>
      <dgm:t>
        <a:bodyPr/>
        <a:lstStyle/>
        <a:p>
          <a:r>
            <a:rPr lang="en-US" dirty="0"/>
            <a:t>Analysis and further training of the model. </a:t>
          </a:r>
        </a:p>
      </dgm:t>
    </dgm:pt>
    <dgm:pt modelId="{9386F36F-2974-4AA6-9D21-5DF435B38536}" type="parTrans" cxnId="{E463AB8E-5BC7-40CE-9D11-42D8B18C4A8A}">
      <dgm:prSet/>
      <dgm:spPr/>
      <dgm:t>
        <a:bodyPr/>
        <a:lstStyle/>
        <a:p>
          <a:endParaRPr lang="en-US"/>
        </a:p>
      </dgm:t>
    </dgm:pt>
    <dgm:pt modelId="{0FF5E8A1-5818-4FA8-8455-60E5B9940DC6}" type="sibTrans" cxnId="{E463AB8E-5BC7-40CE-9D11-42D8B18C4A8A}">
      <dgm:prSet/>
      <dgm:spPr/>
      <dgm:t>
        <a:bodyPr/>
        <a:lstStyle/>
        <a:p>
          <a:endParaRPr lang="en-US"/>
        </a:p>
      </dgm:t>
    </dgm:pt>
    <dgm:pt modelId="{D66EEF2E-9D0F-43B1-B8CC-B152AD2B00F1}">
      <dgm:prSet/>
      <dgm:spPr/>
      <dgm:t>
        <a:bodyPr/>
        <a:lstStyle/>
        <a:p>
          <a:r>
            <a:rPr lang="en-US"/>
            <a:t>Test the method on another dataset PatchDB (security vs non-security).</a:t>
          </a:r>
        </a:p>
      </dgm:t>
    </dgm:pt>
    <dgm:pt modelId="{36411548-CA38-4D0B-96B6-CE5FB48DBB3A}" type="parTrans" cxnId="{66B48F46-42A4-4A2E-A836-A5DB83FB2FD5}">
      <dgm:prSet/>
      <dgm:spPr/>
      <dgm:t>
        <a:bodyPr/>
        <a:lstStyle/>
        <a:p>
          <a:endParaRPr lang="en-US"/>
        </a:p>
      </dgm:t>
    </dgm:pt>
    <dgm:pt modelId="{844E1934-FC14-4336-8371-DD3C247E6AA6}" type="sibTrans" cxnId="{66B48F46-42A4-4A2E-A836-A5DB83FB2FD5}">
      <dgm:prSet/>
      <dgm:spPr/>
      <dgm:t>
        <a:bodyPr/>
        <a:lstStyle/>
        <a:p>
          <a:endParaRPr lang="en-US"/>
        </a:p>
      </dgm:t>
    </dgm:pt>
    <dgm:pt modelId="{C9E393C3-8141-4E16-B53F-8FFB513245F4}">
      <dgm:prSet/>
      <dgm:spPr/>
      <dgm:t>
        <a:bodyPr/>
        <a:lstStyle/>
        <a:p>
          <a:r>
            <a:rPr lang="en-US"/>
            <a:t>Document the requirements for creating an Agentic AI framework.</a:t>
          </a:r>
        </a:p>
      </dgm:t>
    </dgm:pt>
    <dgm:pt modelId="{C7036B94-B3FD-4C53-8709-F0EEB65423F9}" type="parTrans" cxnId="{2EE66F50-D50A-46C4-91B4-7877C40FBFCF}">
      <dgm:prSet/>
      <dgm:spPr/>
      <dgm:t>
        <a:bodyPr/>
        <a:lstStyle/>
        <a:p>
          <a:endParaRPr lang="en-US"/>
        </a:p>
      </dgm:t>
    </dgm:pt>
    <dgm:pt modelId="{82A5A844-CD70-42CD-8AAB-785A93038566}" type="sibTrans" cxnId="{2EE66F50-D50A-46C4-91B4-7877C40FBFCF}">
      <dgm:prSet/>
      <dgm:spPr/>
      <dgm:t>
        <a:bodyPr/>
        <a:lstStyle/>
        <a:p>
          <a:endParaRPr lang="en-US"/>
        </a:p>
      </dgm:t>
    </dgm:pt>
    <dgm:pt modelId="{C11DFB6C-34B5-49F2-8B0E-EBDE1D1053ED}">
      <dgm:prSet/>
      <dgm:spPr/>
      <dgm:t>
        <a:bodyPr/>
        <a:lstStyle/>
        <a:p>
          <a:r>
            <a:rPr lang="en-US"/>
            <a:t>Can extract code corresponding to the patches to enhance patch classification</a:t>
          </a:r>
        </a:p>
      </dgm:t>
    </dgm:pt>
    <dgm:pt modelId="{8315E028-4174-4AA7-A915-935BAB86AA9E}" type="parTrans" cxnId="{834BC218-866A-4159-AE19-9F5D58176178}">
      <dgm:prSet/>
      <dgm:spPr/>
      <dgm:t>
        <a:bodyPr/>
        <a:lstStyle/>
        <a:p>
          <a:endParaRPr lang="en-US"/>
        </a:p>
      </dgm:t>
    </dgm:pt>
    <dgm:pt modelId="{067B73B3-77F2-419A-9016-C519FA273269}" type="sibTrans" cxnId="{834BC218-866A-4159-AE19-9F5D58176178}">
      <dgm:prSet/>
      <dgm:spPr/>
      <dgm:t>
        <a:bodyPr/>
        <a:lstStyle/>
        <a:p>
          <a:endParaRPr lang="en-US"/>
        </a:p>
      </dgm:t>
    </dgm:pt>
    <dgm:pt modelId="{728C2536-625D-4499-9189-FF9B53300905}" type="pres">
      <dgm:prSet presAssocID="{C55810EB-C5D8-448F-BE66-D1D50929C59A}" presName="root" presStyleCnt="0">
        <dgm:presLayoutVars>
          <dgm:dir/>
          <dgm:resizeHandles val="exact"/>
        </dgm:presLayoutVars>
      </dgm:prSet>
      <dgm:spPr/>
    </dgm:pt>
    <dgm:pt modelId="{04277368-0F4E-49E1-9276-B837023E32F0}" type="pres">
      <dgm:prSet presAssocID="{355A4144-7489-4874-AAF9-71E0CFBA5133}" presName="compNode" presStyleCnt="0"/>
      <dgm:spPr/>
    </dgm:pt>
    <dgm:pt modelId="{A55F7FD0-4747-481C-8C36-7A3B68642AD3}" type="pres">
      <dgm:prSet presAssocID="{355A4144-7489-4874-AAF9-71E0CFBA5133}" presName="bgRect" presStyleLbl="bgShp" presStyleIdx="0" presStyleCnt="3"/>
      <dgm:spPr/>
    </dgm:pt>
    <dgm:pt modelId="{13BDD128-D764-45CA-8A47-A10856D5CEAF}" type="pres">
      <dgm:prSet presAssocID="{355A4144-7489-4874-AAF9-71E0CFBA51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E3EE8E91-54D2-4A50-A6A1-3B0CC57672A1}" type="pres">
      <dgm:prSet presAssocID="{355A4144-7489-4874-AAF9-71E0CFBA5133}" presName="spaceRect" presStyleCnt="0"/>
      <dgm:spPr/>
    </dgm:pt>
    <dgm:pt modelId="{A67A76C0-ED96-453C-9501-99077AE38710}" type="pres">
      <dgm:prSet presAssocID="{355A4144-7489-4874-AAF9-71E0CFBA5133}" presName="parTx" presStyleLbl="revTx" presStyleIdx="0" presStyleCnt="4">
        <dgm:presLayoutVars>
          <dgm:chMax val="0"/>
          <dgm:chPref val="0"/>
        </dgm:presLayoutVars>
      </dgm:prSet>
      <dgm:spPr/>
    </dgm:pt>
    <dgm:pt modelId="{166DCEE1-B2DD-43CA-9590-2BDEBD5881F8}" type="pres">
      <dgm:prSet presAssocID="{0FF5E8A1-5818-4FA8-8455-60E5B9940DC6}" presName="sibTrans" presStyleCnt="0"/>
      <dgm:spPr/>
    </dgm:pt>
    <dgm:pt modelId="{F03E962F-5160-4437-9180-919C1B010DFE}" type="pres">
      <dgm:prSet presAssocID="{D66EEF2E-9D0F-43B1-B8CC-B152AD2B00F1}" presName="compNode" presStyleCnt="0"/>
      <dgm:spPr/>
    </dgm:pt>
    <dgm:pt modelId="{9EEF3B23-3640-4895-B88B-40329E9114F6}" type="pres">
      <dgm:prSet presAssocID="{D66EEF2E-9D0F-43B1-B8CC-B152AD2B00F1}" presName="bgRect" presStyleLbl="bgShp" presStyleIdx="1" presStyleCnt="3"/>
      <dgm:spPr/>
    </dgm:pt>
    <dgm:pt modelId="{5AFB63EB-B34C-4B14-AA81-F2EAF17BAA75}" type="pres">
      <dgm:prSet presAssocID="{D66EEF2E-9D0F-43B1-B8CC-B152AD2B00F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FD06E29F-1EE1-4FD4-BF35-0BF6F3EB2394}" type="pres">
      <dgm:prSet presAssocID="{D66EEF2E-9D0F-43B1-B8CC-B152AD2B00F1}" presName="spaceRect" presStyleCnt="0"/>
      <dgm:spPr/>
    </dgm:pt>
    <dgm:pt modelId="{AE8556FD-0708-48AB-BF57-3C5DC8FE55BD}" type="pres">
      <dgm:prSet presAssocID="{D66EEF2E-9D0F-43B1-B8CC-B152AD2B00F1}" presName="parTx" presStyleLbl="revTx" presStyleIdx="1" presStyleCnt="4">
        <dgm:presLayoutVars>
          <dgm:chMax val="0"/>
          <dgm:chPref val="0"/>
        </dgm:presLayoutVars>
      </dgm:prSet>
      <dgm:spPr/>
    </dgm:pt>
    <dgm:pt modelId="{3A46D10B-DB1F-4D92-B170-0D7B6ED187D6}" type="pres">
      <dgm:prSet presAssocID="{844E1934-FC14-4336-8371-DD3C247E6AA6}" presName="sibTrans" presStyleCnt="0"/>
      <dgm:spPr/>
    </dgm:pt>
    <dgm:pt modelId="{A3EE04BE-544F-4887-9F97-AF6FED82A7E0}" type="pres">
      <dgm:prSet presAssocID="{C9E393C3-8141-4E16-B53F-8FFB513245F4}" presName="compNode" presStyleCnt="0"/>
      <dgm:spPr/>
    </dgm:pt>
    <dgm:pt modelId="{E4701FBB-170F-495A-83AF-201355C969D5}" type="pres">
      <dgm:prSet presAssocID="{C9E393C3-8141-4E16-B53F-8FFB513245F4}" presName="bgRect" presStyleLbl="bgShp" presStyleIdx="2" presStyleCnt="3"/>
      <dgm:spPr/>
    </dgm:pt>
    <dgm:pt modelId="{D1944FC2-6F1E-4507-826C-93EEF9970AB1}" type="pres">
      <dgm:prSet presAssocID="{C9E393C3-8141-4E16-B53F-8FFB513245F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B6ABE395-5768-4D9E-BF5C-4BF3F13ADD2B}" type="pres">
      <dgm:prSet presAssocID="{C9E393C3-8141-4E16-B53F-8FFB513245F4}" presName="spaceRect" presStyleCnt="0"/>
      <dgm:spPr/>
    </dgm:pt>
    <dgm:pt modelId="{B3A5AD2F-FC06-48D6-8F1D-5D2C4F3BBC1B}" type="pres">
      <dgm:prSet presAssocID="{C9E393C3-8141-4E16-B53F-8FFB513245F4}" presName="parTx" presStyleLbl="revTx" presStyleIdx="2" presStyleCnt="4">
        <dgm:presLayoutVars>
          <dgm:chMax val="0"/>
          <dgm:chPref val="0"/>
        </dgm:presLayoutVars>
      </dgm:prSet>
      <dgm:spPr/>
    </dgm:pt>
    <dgm:pt modelId="{CA24B020-B02C-453D-A5B5-FFFC6E7A799B}" type="pres">
      <dgm:prSet presAssocID="{C9E393C3-8141-4E16-B53F-8FFB513245F4}" presName="desTx" presStyleLbl="revTx" presStyleIdx="3" presStyleCnt="4">
        <dgm:presLayoutVars/>
      </dgm:prSet>
      <dgm:spPr/>
    </dgm:pt>
  </dgm:ptLst>
  <dgm:cxnLst>
    <dgm:cxn modelId="{1BAF5108-7B0C-4E88-BF8C-6F4D3F1CE6DA}" type="presOf" srcId="{C55810EB-C5D8-448F-BE66-D1D50929C59A}" destId="{728C2536-625D-4499-9189-FF9B53300905}" srcOrd="0" destOrd="0" presId="urn:microsoft.com/office/officeart/2018/2/layout/IconVerticalSolidList"/>
    <dgm:cxn modelId="{834BC218-866A-4159-AE19-9F5D58176178}" srcId="{C9E393C3-8141-4E16-B53F-8FFB513245F4}" destId="{C11DFB6C-34B5-49F2-8B0E-EBDE1D1053ED}" srcOrd="0" destOrd="0" parTransId="{8315E028-4174-4AA7-A915-935BAB86AA9E}" sibTransId="{067B73B3-77F2-419A-9016-C519FA273269}"/>
    <dgm:cxn modelId="{3F026C20-0265-49B4-82B9-E1B431D4A36B}" type="presOf" srcId="{355A4144-7489-4874-AAF9-71E0CFBA5133}" destId="{A67A76C0-ED96-453C-9501-99077AE38710}" srcOrd="0" destOrd="0" presId="urn:microsoft.com/office/officeart/2018/2/layout/IconVerticalSolidList"/>
    <dgm:cxn modelId="{66B48F46-42A4-4A2E-A836-A5DB83FB2FD5}" srcId="{C55810EB-C5D8-448F-BE66-D1D50929C59A}" destId="{D66EEF2E-9D0F-43B1-B8CC-B152AD2B00F1}" srcOrd="1" destOrd="0" parTransId="{36411548-CA38-4D0B-96B6-CE5FB48DBB3A}" sibTransId="{844E1934-FC14-4336-8371-DD3C247E6AA6}"/>
    <dgm:cxn modelId="{82EE0649-FAA0-4070-AF7C-4CC9FA46BD7D}" type="presOf" srcId="{C9E393C3-8141-4E16-B53F-8FFB513245F4}" destId="{B3A5AD2F-FC06-48D6-8F1D-5D2C4F3BBC1B}" srcOrd="0" destOrd="0" presId="urn:microsoft.com/office/officeart/2018/2/layout/IconVerticalSolidList"/>
    <dgm:cxn modelId="{2EE66F50-D50A-46C4-91B4-7877C40FBFCF}" srcId="{C55810EB-C5D8-448F-BE66-D1D50929C59A}" destId="{C9E393C3-8141-4E16-B53F-8FFB513245F4}" srcOrd="2" destOrd="0" parTransId="{C7036B94-B3FD-4C53-8709-F0EEB65423F9}" sibTransId="{82A5A844-CD70-42CD-8AAB-785A93038566}"/>
    <dgm:cxn modelId="{CFA98C81-6FAE-4511-BE1D-12F7A36ECE15}" type="presOf" srcId="{D66EEF2E-9D0F-43B1-B8CC-B152AD2B00F1}" destId="{AE8556FD-0708-48AB-BF57-3C5DC8FE55BD}" srcOrd="0" destOrd="0" presId="urn:microsoft.com/office/officeart/2018/2/layout/IconVerticalSolidList"/>
    <dgm:cxn modelId="{E463AB8E-5BC7-40CE-9D11-42D8B18C4A8A}" srcId="{C55810EB-C5D8-448F-BE66-D1D50929C59A}" destId="{355A4144-7489-4874-AAF9-71E0CFBA5133}" srcOrd="0" destOrd="0" parTransId="{9386F36F-2974-4AA6-9D21-5DF435B38536}" sibTransId="{0FF5E8A1-5818-4FA8-8455-60E5B9940DC6}"/>
    <dgm:cxn modelId="{0C9FA8CF-A2A9-4292-817B-907CAB1FF6FB}" type="presOf" srcId="{C11DFB6C-34B5-49F2-8B0E-EBDE1D1053ED}" destId="{CA24B020-B02C-453D-A5B5-FFFC6E7A799B}" srcOrd="0" destOrd="0" presId="urn:microsoft.com/office/officeart/2018/2/layout/IconVerticalSolidList"/>
    <dgm:cxn modelId="{5F9F64F6-D23C-4015-AAC9-D5E4DADE8822}" type="presParOf" srcId="{728C2536-625D-4499-9189-FF9B53300905}" destId="{04277368-0F4E-49E1-9276-B837023E32F0}" srcOrd="0" destOrd="0" presId="urn:microsoft.com/office/officeart/2018/2/layout/IconVerticalSolidList"/>
    <dgm:cxn modelId="{C6DF2898-8649-4403-AFDB-C56D6BB8D974}" type="presParOf" srcId="{04277368-0F4E-49E1-9276-B837023E32F0}" destId="{A55F7FD0-4747-481C-8C36-7A3B68642AD3}" srcOrd="0" destOrd="0" presId="urn:microsoft.com/office/officeart/2018/2/layout/IconVerticalSolidList"/>
    <dgm:cxn modelId="{505FA514-D072-445F-A65B-116792A1DA54}" type="presParOf" srcId="{04277368-0F4E-49E1-9276-B837023E32F0}" destId="{13BDD128-D764-45CA-8A47-A10856D5CEAF}" srcOrd="1" destOrd="0" presId="urn:microsoft.com/office/officeart/2018/2/layout/IconVerticalSolidList"/>
    <dgm:cxn modelId="{D5756CF1-C24A-4EB9-89F0-585C6AB95F05}" type="presParOf" srcId="{04277368-0F4E-49E1-9276-B837023E32F0}" destId="{E3EE8E91-54D2-4A50-A6A1-3B0CC57672A1}" srcOrd="2" destOrd="0" presId="urn:microsoft.com/office/officeart/2018/2/layout/IconVerticalSolidList"/>
    <dgm:cxn modelId="{2423BFCF-339E-4DFD-8FC2-3EC956485E6B}" type="presParOf" srcId="{04277368-0F4E-49E1-9276-B837023E32F0}" destId="{A67A76C0-ED96-453C-9501-99077AE38710}" srcOrd="3" destOrd="0" presId="urn:microsoft.com/office/officeart/2018/2/layout/IconVerticalSolidList"/>
    <dgm:cxn modelId="{2145BD5B-0B97-4FB3-BD47-FC6744DD41D5}" type="presParOf" srcId="{728C2536-625D-4499-9189-FF9B53300905}" destId="{166DCEE1-B2DD-43CA-9590-2BDEBD5881F8}" srcOrd="1" destOrd="0" presId="urn:microsoft.com/office/officeart/2018/2/layout/IconVerticalSolidList"/>
    <dgm:cxn modelId="{04EA2913-A48D-4C8C-91D1-128ACE846FFA}" type="presParOf" srcId="{728C2536-625D-4499-9189-FF9B53300905}" destId="{F03E962F-5160-4437-9180-919C1B010DFE}" srcOrd="2" destOrd="0" presId="urn:microsoft.com/office/officeart/2018/2/layout/IconVerticalSolidList"/>
    <dgm:cxn modelId="{1A1183DE-3659-4078-BDB1-72967DC51253}" type="presParOf" srcId="{F03E962F-5160-4437-9180-919C1B010DFE}" destId="{9EEF3B23-3640-4895-B88B-40329E9114F6}" srcOrd="0" destOrd="0" presId="urn:microsoft.com/office/officeart/2018/2/layout/IconVerticalSolidList"/>
    <dgm:cxn modelId="{A488EFCD-D13D-46E4-AAE7-5E3B5AC98B0C}" type="presParOf" srcId="{F03E962F-5160-4437-9180-919C1B010DFE}" destId="{5AFB63EB-B34C-4B14-AA81-F2EAF17BAA75}" srcOrd="1" destOrd="0" presId="urn:microsoft.com/office/officeart/2018/2/layout/IconVerticalSolidList"/>
    <dgm:cxn modelId="{BC128564-F413-48B8-B253-7BD591735C02}" type="presParOf" srcId="{F03E962F-5160-4437-9180-919C1B010DFE}" destId="{FD06E29F-1EE1-4FD4-BF35-0BF6F3EB2394}" srcOrd="2" destOrd="0" presId="urn:microsoft.com/office/officeart/2018/2/layout/IconVerticalSolidList"/>
    <dgm:cxn modelId="{F211EF18-4D62-4564-B22F-C1C2CDABC22F}" type="presParOf" srcId="{F03E962F-5160-4437-9180-919C1B010DFE}" destId="{AE8556FD-0708-48AB-BF57-3C5DC8FE55BD}" srcOrd="3" destOrd="0" presId="urn:microsoft.com/office/officeart/2018/2/layout/IconVerticalSolidList"/>
    <dgm:cxn modelId="{1741E7C4-E227-4F75-8A35-86707BA140B8}" type="presParOf" srcId="{728C2536-625D-4499-9189-FF9B53300905}" destId="{3A46D10B-DB1F-4D92-B170-0D7B6ED187D6}" srcOrd="3" destOrd="0" presId="urn:microsoft.com/office/officeart/2018/2/layout/IconVerticalSolidList"/>
    <dgm:cxn modelId="{D862254A-1E94-4B02-90B4-E4F869F48A53}" type="presParOf" srcId="{728C2536-625D-4499-9189-FF9B53300905}" destId="{A3EE04BE-544F-4887-9F97-AF6FED82A7E0}" srcOrd="4" destOrd="0" presId="urn:microsoft.com/office/officeart/2018/2/layout/IconVerticalSolidList"/>
    <dgm:cxn modelId="{FE7DC606-F511-4316-AF16-F53B23CDD3B1}" type="presParOf" srcId="{A3EE04BE-544F-4887-9F97-AF6FED82A7E0}" destId="{E4701FBB-170F-495A-83AF-201355C969D5}" srcOrd="0" destOrd="0" presId="urn:microsoft.com/office/officeart/2018/2/layout/IconVerticalSolidList"/>
    <dgm:cxn modelId="{18272C3B-AF1C-4342-B0A2-02001252249E}" type="presParOf" srcId="{A3EE04BE-544F-4887-9F97-AF6FED82A7E0}" destId="{D1944FC2-6F1E-4507-826C-93EEF9970AB1}" srcOrd="1" destOrd="0" presId="urn:microsoft.com/office/officeart/2018/2/layout/IconVerticalSolidList"/>
    <dgm:cxn modelId="{D31F5017-84E5-437A-9125-913800FE83E7}" type="presParOf" srcId="{A3EE04BE-544F-4887-9F97-AF6FED82A7E0}" destId="{B6ABE395-5768-4D9E-BF5C-4BF3F13ADD2B}" srcOrd="2" destOrd="0" presId="urn:microsoft.com/office/officeart/2018/2/layout/IconVerticalSolidList"/>
    <dgm:cxn modelId="{3AD35403-BEF8-493D-8A0C-756E3D94BCE4}" type="presParOf" srcId="{A3EE04BE-544F-4887-9F97-AF6FED82A7E0}" destId="{B3A5AD2F-FC06-48D6-8F1D-5D2C4F3BBC1B}" srcOrd="3" destOrd="0" presId="urn:microsoft.com/office/officeart/2018/2/layout/IconVerticalSolidList"/>
    <dgm:cxn modelId="{F3F58701-AB96-41F3-AC50-9CBC598A4692}" type="presParOf" srcId="{A3EE04BE-544F-4887-9F97-AF6FED82A7E0}" destId="{CA24B020-B02C-453D-A5B5-FFFC6E7A799B}" srcOrd="4"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2A52239-722F-44FF-8FDA-214AFA4EF2A8}"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CBFCC9AA-DE99-4904-8F8E-C9F248C53634}">
      <dgm:prSet/>
      <dgm:spPr/>
      <dgm:t>
        <a:bodyPr/>
        <a:lstStyle/>
        <a:p>
          <a:r>
            <a:rPr lang="en-US"/>
            <a:t>Categories: Security, non-security </a:t>
          </a:r>
        </a:p>
      </dgm:t>
    </dgm:pt>
    <dgm:pt modelId="{671B214D-5CB2-4A11-8CC3-1E2A11ABD926}" type="parTrans" cxnId="{150B8D26-7704-4E34-94DB-70C950DCFEF5}">
      <dgm:prSet/>
      <dgm:spPr/>
      <dgm:t>
        <a:bodyPr/>
        <a:lstStyle/>
        <a:p>
          <a:endParaRPr lang="en-US"/>
        </a:p>
      </dgm:t>
    </dgm:pt>
    <dgm:pt modelId="{9D17B1B8-9BC9-476A-AAB7-61BAFF25DC97}" type="sibTrans" cxnId="{150B8D26-7704-4E34-94DB-70C950DCFEF5}">
      <dgm:prSet/>
      <dgm:spPr/>
      <dgm:t>
        <a:bodyPr/>
        <a:lstStyle/>
        <a:p>
          <a:endParaRPr lang="en-US"/>
        </a:p>
      </dgm:t>
    </dgm:pt>
    <dgm:pt modelId="{947CC458-8DA7-4F98-8CBF-269A5607F979}">
      <dgm:prSet/>
      <dgm:spPr/>
      <dgm:t>
        <a:bodyPr/>
        <a:lstStyle/>
        <a:p>
          <a:r>
            <a:rPr lang="en-US"/>
            <a:t>Features: 1. Patch description. 2. diff code. </a:t>
          </a:r>
        </a:p>
      </dgm:t>
    </dgm:pt>
    <dgm:pt modelId="{28DCFF3F-A333-4931-A076-476B0837DAAD}" type="parTrans" cxnId="{1A0C3C2E-CB2F-4098-BD31-1D463C4F789E}">
      <dgm:prSet/>
      <dgm:spPr/>
      <dgm:t>
        <a:bodyPr/>
        <a:lstStyle/>
        <a:p>
          <a:endParaRPr lang="en-US"/>
        </a:p>
      </dgm:t>
    </dgm:pt>
    <dgm:pt modelId="{9775CFFA-8330-4861-8ABD-2E233F4DE93B}" type="sibTrans" cxnId="{1A0C3C2E-CB2F-4098-BD31-1D463C4F789E}">
      <dgm:prSet/>
      <dgm:spPr/>
      <dgm:t>
        <a:bodyPr/>
        <a:lstStyle/>
        <a:p>
          <a:endParaRPr lang="en-US"/>
        </a:p>
      </dgm:t>
    </dgm:pt>
    <dgm:pt modelId="{C5F8E0A0-18C6-4768-A524-C5677A45A334}">
      <dgm:prSet/>
      <dgm:spPr/>
      <dgm:t>
        <a:bodyPr/>
        <a:lstStyle/>
        <a:p>
          <a:r>
            <a:rPr lang="en-US"/>
            <a:t>Challenges: My MacBook system did not have enough memory to run the model for this data.</a:t>
          </a:r>
        </a:p>
      </dgm:t>
    </dgm:pt>
    <dgm:pt modelId="{498F8C52-8F2D-4C0F-9463-5720EECF621C}" type="parTrans" cxnId="{983D3A9D-06F2-44D0-8067-CAB54F6F8032}">
      <dgm:prSet/>
      <dgm:spPr/>
      <dgm:t>
        <a:bodyPr/>
        <a:lstStyle/>
        <a:p>
          <a:endParaRPr lang="en-US"/>
        </a:p>
      </dgm:t>
    </dgm:pt>
    <dgm:pt modelId="{89C487AE-49B1-4DF4-90F8-6E7A19899BF4}" type="sibTrans" cxnId="{983D3A9D-06F2-44D0-8067-CAB54F6F8032}">
      <dgm:prSet/>
      <dgm:spPr/>
      <dgm:t>
        <a:bodyPr/>
        <a:lstStyle/>
        <a:p>
          <a:endParaRPr lang="en-US"/>
        </a:p>
      </dgm:t>
    </dgm:pt>
    <dgm:pt modelId="{A1CAF0C9-295F-4D4D-878D-63BE1280E37C}" type="pres">
      <dgm:prSet presAssocID="{A2A52239-722F-44FF-8FDA-214AFA4EF2A8}" presName="vert0" presStyleCnt="0">
        <dgm:presLayoutVars>
          <dgm:dir/>
          <dgm:animOne val="branch"/>
          <dgm:animLvl val="lvl"/>
        </dgm:presLayoutVars>
      </dgm:prSet>
      <dgm:spPr/>
    </dgm:pt>
    <dgm:pt modelId="{C892466E-5C30-0942-9AA8-AD6563266DC1}" type="pres">
      <dgm:prSet presAssocID="{CBFCC9AA-DE99-4904-8F8E-C9F248C53634}" presName="thickLine" presStyleLbl="alignNode1" presStyleIdx="0" presStyleCnt="3"/>
      <dgm:spPr/>
    </dgm:pt>
    <dgm:pt modelId="{8392BCA8-6EA6-3D44-A44B-450F97286784}" type="pres">
      <dgm:prSet presAssocID="{CBFCC9AA-DE99-4904-8F8E-C9F248C53634}" presName="horz1" presStyleCnt="0"/>
      <dgm:spPr/>
    </dgm:pt>
    <dgm:pt modelId="{9BB09A0D-9174-C84B-B16E-3D80E1704E3A}" type="pres">
      <dgm:prSet presAssocID="{CBFCC9AA-DE99-4904-8F8E-C9F248C53634}" presName="tx1" presStyleLbl="revTx" presStyleIdx="0" presStyleCnt="3"/>
      <dgm:spPr/>
    </dgm:pt>
    <dgm:pt modelId="{CD9F9669-D582-6841-9889-72CFB72141F2}" type="pres">
      <dgm:prSet presAssocID="{CBFCC9AA-DE99-4904-8F8E-C9F248C53634}" presName="vert1" presStyleCnt="0"/>
      <dgm:spPr/>
    </dgm:pt>
    <dgm:pt modelId="{FFF5F9C8-0968-EF49-822A-06F0B8B7B9BE}" type="pres">
      <dgm:prSet presAssocID="{947CC458-8DA7-4F98-8CBF-269A5607F979}" presName="thickLine" presStyleLbl="alignNode1" presStyleIdx="1" presStyleCnt="3"/>
      <dgm:spPr/>
    </dgm:pt>
    <dgm:pt modelId="{4DA136EF-E580-5B40-BA9D-83793987D8AF}" type="pres">
      <dgm:prSet presAssocID="{947CC458-8DA7-4F98-8CBF-269A5607F979}" presName="horz1" presStyleCnt="0"/>
      <dgm:spPr/>
    </dgm:pt>
    <dgm:pt modelId="{6B9FC2EA-E85D-D244-A560-DF4AF422DBE3}" type="pres">
      <dgm:prSet presAssocID="{947CC458-8DA7-4F98-8CBF-269A5607F979}" presName="tx1" presStyleLbl="revTx" presStyleIdx="1" presStyleCnt="3"/>
      <dgm:spPr/>
    </dgm:pt>
    <dgm:pt modelId="{06503DDA-A8DA-A94B-9378-4F09A37B8C27}" type="pres">
      <dgm:prSet presAssocID="{947CC458-8DA7-4F98-8CBF-269A5607F979}" presName="vert1" presStyleCnt="0"/>
      <dgm:spPr/>
    </dgm:pt>
    <dgm:pt modelId="{323E472A-E756-054A-8E6C-EE3A9C3EEE07}" type="pres">
      <dgm:prSet presAssocID="{C5F8E0A0-18C6-4768-A524-C5677A45A334}" presName="thickLine" presStyleLbl="alignNode1" presStyleIdx="2" presStyleCnt="3"/>
      <dgm:spPr/>
    </dgm:pt>
    <dgm:pt modelId="{09436E20-FA7D-9544-A83E-59C28C7FB32E}" type="pres">
      <dgm:prSet presAssocID="{C5F8E0A0-18C6-4768-A524-C5677A45A334}" presName="horz1" presStyleCnt="0"/>
      <dgm:spPr/>
    </dgm:pt>
    <dgm:pt modelId="{26B460AB-3B96-4847-8F84-389A2342D4F2}" type="pres">
      <dgm:prSet presAssocID="{C5F8E0A0-18C6-4768-A524-C5677A45A334}" presName="tx1" presStyleLbl="revTx" presStyleIdx="2" presStyleCnt="3"/>
      <dgm:spPr/>
    </dgm:pt>
    <dgm:pt modelId="{5A7CACB2-E59F-DB45-AC28-1C539EB524D1}" type="pres">
      <dgm:prSet presAssocID="{C5F8E0A0-18C6-4768-A524-C5677A45A334}" presName="vert1" presStyleCnt="0"/>
      <dgm:spPr/>
    </dgm:pt>
  </dgm:ptLst>
  <dgm:cxnLst>
    <dgm:cxn modelId="{150B8D26-7704-4E34-94DB-70C950DCFEF5}" srcId="{A2A52239-722F-44FF-8FDA-214AFA4EF2A8}" destId="{CBFCC9AA-DE99-4904-8F8E-C9F248C53634}" srcOrd="0" destOrd="0" parTransId="{671B214D-5CB2-4A11-8CC3-1E2A11ABD926}" sibTransId="{9D17B1B8-9BC9-476A-AAB7-61BAFF25DC97}"/>
    <dgm:cxn modelId="{1A0C3C2E-CB2F-4098-BD31-1D463C4F789E}" srcId="{A2A52239-722F-44FF-8FDA-214AFA4EF2A8}" destId="{947CC458-8DA7-4F98-8CBF-269A5607F979}" srcOrd="1" destOrd="0" parTransId="{28DCFF3F-A333-4931-A076-476B0837DAAD}" sibTransId="{9775CFFA-8330-4861-8ABD-2E233F4DE93B}"/>
    <dgm:cxn modelId="{31CAA46A-15C0-C148-A8D0-AFEB0A898EFB}" type="presOf" srcId="{CBFCC9AA-DE99-4904-8F8E-C9F248C53634}" destId="{9BB09A0D-9174-C84B-B16E-3D80E1704E3A}" srcOrd="0" destOrd="0" presId="urn:microsoft.com/office/officeart/2008/layout/LinedList"/>
    <dgm:cxn modelId="{983D3A9D-06F2-44D0-8067-CAB54F6F8032}" srcId="{A2A52239-722F-44FF-8FDA-214AFA4EF2A8}" destId="{C5F8E0A0-18C6-4768-A524-C5677A45A334}" srcOrd="2" destOrd="0" parTransId="{498F8C52-8F2D-4C0F-9463-5720EECF621C}" sibTransId="{89C487AE-49B1-4DF4-90F8-6E7A19899BF4}"/>
    <dgm:cxn modelId="{C035A29D-0F1D-A641-8AA8-3AFDED324BC5}" type="presOf" srcId="{947CC458-8DA7-4F98-8CBF-269A5607F979}" destId="{6B9FC2EA-E85D-D244-A560-DF4AF422DBE3}" srcOrd="0" destOrd="0" presId="urn:microsoft.com/office/officeart/2008/layout/LinedList"/>
    <dgm:cxn modelId="{6CB52D9E-4BA3-0C43-B8D9-90C0CB2497E0}" type="presOf" srcId="{A2A52239-722F-44FF-8FDA-214AFA4EF2A8}" destId="{A1CAF0C9-295F-4D4D-878D-63BE1280E37C}" srcOrd="0" destOrd="0" presId="urn:microsoft.com/office/officeart/2008/layout/LinedList"/>
    <dgm:cxn modelId="{635ED1A3-9970-F946-A2D7-5CD0FA712C35}" type="presOf" srcId="{C5F8E0A0-18C6-4768-A524-C5677A45A334}" destId="{26B460AB-3B96-4847-8F84-389A2342D4F2}" srcOrd="0" destOrd="0" presId="urn:microsoft.com/office/officeart/2008/layout/LinedList"/>
    <dgm:cxn modelId="{4BEF838F-736B-CC4E-9DD9-3C5672400020}" type="presParOf" srcId="{A1CAF0C9-295F-4D4D-878D-63BE1280E37C}" destId="{C892466E-5C30-0942-9AA8-AD6563266DC1}" srcOrd="0" destOrd="0" presId="urn:microsoft.com/office/officeart/2008/layout/LinedList"/>
    <dgm:cxn modelId="{E9AD552A-BBDE-1045-9ECB-07E55DD9B57A}" type="presParOf" srcId="{A1CAF0C9-295F-4D4D-878D-63BE1280E37C}" destId="{8392BCA8-6EA6-3D44-A44B-450F97286784}" srcOrd="1" destOrd="0" presId="urn:microsoft.com/office/officeart/2008/layout/LinedList"/>
    <dgm:cxn modelId="{7EFA909D-5E36-8A4F-9071-1FF88C2E98F7}" type="presParOf" srcId="{8392BCA8-6EA6-3D44-A44B-450F97286784}" destId="{9BB09A0D-9174-C84B-B16E-3D80E1704E3A}" srcOrd="0" destOrd="0" presId="urn:microsoft.com/office/officeart/2008/layout/LinedList"/>
    <dgm:cxn modelId="{1A487B29-5C20-B84F-8FEE-CB104587C367}" type="presParOf" srcId="{8392BCA8-6EA6-3D44-A44B-450F97286784}" destId="{CD9F9669-D582-6841-9889-72CFB72141F2}" srcOrd="1" destOrd="0" presId="urn:microsoft.com/office/officeart/2008/layout/LinedList"/>
    <dgm:cxn modelId="{B09C392E-EAAB-264C-BAEB-5C361C8EDE3B}" type="presParOf" srcId="{A1CAF0C9-295F-4D4D-878D-63BE1280E37C}" destId="{FFF5F9C8-0968-EF49-822A-06F0B8B7B9BE}" srcOrd="2" destOrd="0" presId="urn:microsoft.com/office/officeart/2008/layout/LinedList"/>
    <dgm:cxn modelId="{93E372A8-A77B-764A-B681-F964010655AC}" type="presParOf" srcId="{A1CAF0C9-295F-4D4D-878D-63BE1280E37C}" destId="{4DA136EF-E580-5B40-BA9D-83793987D8AF}" srcOrd="3" destOrd="0" presId="urn:microsoft.com/office/officeart/2008/layout/LinedList"/>
    <dgm:cxn modelId="{85526E6A-35BF-7F40-B584-61570AD24CFA}" type="presParOf" srcId="{4DA136EF-E580-5B40-BA9D-83793987D8AF}" destId="{6B9FC2EA-E85D-D244-A560-DF4AF422DBE3}" srcOrd="0" destOrd="0" presId="urn:microsoft.com/office/officeart/2008/layout/LinedList"/>
    <dgm:cxn modelId="{2D674FD2-B016-7E46-BDE5-F442D15B9BD6}" type="presParOf" srcId="{4DA136EF-E580-5B40-BA9D-83793987D8AF}" destId="{06503DDA-A8DA-A94B-9378-4F09A37B8C27}" srcOrd="1" destOrd="0" presId="urn:microsoft.com/office/officeart/2008/layout/LinedList"/>
    <dgm:cxn modelId="{3479328A-40F4-634D-B176-12023321EBD6}" type="presParOf" srcId="{A1CAF0C9-295F-4D4D-878D-63BE1280E37C}" destId="{323E472A-E756-054A-8E6C-EE3A9C3EEE07}" srcOrd="4" destOrd="0" presId="urn:microsoft.com/office/officeart/2008/layout/LinedList"/>
    <dgm:cxn modelId="{6EE8770E-E36C-E54B-B605-B53D7043A2F2}" type="presParOf" srcId="{A1CAF0C9-295F-4D4D-878D-63BE1280E37C}" destId="{09436E20-FA7D-9544-A83E-59C28C7FB32E}" srcOrd="5" destOrd="0" presId="urn:microsoft.com/office/officeart/2008/layout/LinedList"/>
    <dgm:cxn modelId="{E723F411-2FB1-F347-8A00-201812AA70BC}" type="presParOf" srcId="{09436E20-FA7D-9544-A83E-59C28C7FB32E}" destId="{26B460AB-3B96-4847-8F84-389A2342D4F2}" srcOrd="0" destOrd="0" presId="urn:microsoft.com/office/officeart/2008/layout/LinedList"/>
    <dgm:cxn modelId="{EFFDA906-933F-2A41-BDF5-EF1AEDA3895F}" type="presParOf" srcId="{09436E20-FA7D-9544-A83E-59C28C7FB32E}" destId="{5A7CACB2-E59F-DB45-AC28-1C539EB524D1}"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2A52239-722F-44FF-8FDA-214AFA4EF2A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FCC9AA-DE99-4904-8F8E-C9F248C53634}">
      <dgm:prSet/>
      <dgm:spPr/>
      <dgm:t>
        <a:bodyPr/>
        <a:lstStyle/>
        <a:p>
          <a:pPr>
            <a:lnSpc>
              <a:spcPct val="100000"/>
            </a:lnSpc>
          </a:pPr>
          <a:r>
            <a:rPr lang="en-US"/>
            <a:t>Agentic AI refers to autonomous systems capable of pursuing complex goals with minimal human intervention.</a:t>
          </a:r>
          <a:endParaRPr lang="en-US" dirty="0"/>
        </a:p>
      </dgm:t>
    </dgm:pt>
    <dgm:pt modelId="{671B214D-5CB2-4A11-8CC3-1E2A11ABD926}" type="parTrans" cxnId="{150B8D26-7704-4E34-94DB-70C950DCFEF5}">
      <dgm:prSet/>
      <dgm:spPr/>
      <dgm:t>
        <a:bodyPr/>
        <a:lstStyle/>
        <a:p>
          <a:endParaRPr lang="en-US"/>
        </a:p>
      </dgm:t>
    </dgm:pt>
    <dgm:pt modelId="{9D17B1B8-9BC9-476A-AAB7-61BAFF25DC97}" type="sibTrans" cxnId="{150B8D26-7704-4E34-94DB-70C950DCFEF5}">
      <dgm:prSet/>
      <dgm:spPr/>
      <dgm:t>
        <a:bodyPr/>
        <a:lstStyle/>
        <a:p>
          <a:endParaRPr lang="en-US"/>
        </a:p>
      </dgm:t>
    </dgm:pt>
    <dgm:pt modelId="{947CC458-8DA7-4F98-8CBF-269A5607F979}">
      <dgm:prSet/>
      <dgm:spPr/>
      <dgm:t>
        <a:bodyPr/>
        <a:lstStyle/>
        <a:p>
          <a:pPr>
            <a:lnSpc>
              <a:spcPct val="100000"/>
            </a:lnSpc>
          </a:pPr>
          <a:r>
            <a:rPr lang="en-US"/>
            <a:t>Unlike traditional AI, which relies on structured instructions, agentic AI exhibits adaptability, advanced decision-making, and self-sufficiency. </a:t>
          </a:r>
          <a:endParaRPr lang="en-US" dirty="0"/>
        </a:p>
      </dgm:t>
    </dgm:pt>
    <dgm:pt modelId="{28DCFF3F-A333-4931-A076-476B0837DAAD}" type="parTrans" cxnId="{1A0C3C2E-CB2F-4098-BD31-1D463C4F789E}">
      <dgm:prSet/>
      <dgm:spPr/>
      <dgm:t>
        <a:bodyPr/>
        <a:lstStyle/>
        <a:p>
          <a:endParaRPr lang="en-US"/>
        </a:p>
      </dgm:t>
    </dgm:pt>
    <dgm:pt modelId="{9775CFFA-8330-4861-8ABD-2E233F4DE93B}" type="sibTrans" cxnId="{1A0C3C2E-CB2F-4098-BD31-1D463C4F789E}">
      <dgm:prSet/>
      <dgm:spPr/>
      <dgm:t>
        <a:bodyPr/>
        <a:lstStyle/>
        <a:p>
          <a:endParaRPr lang="en-US"/>
        </a:p>
      </dgm:t>
    </dgm:pt>
    <dgm:pt modelId="{C5F8E0A0-18C6-4768-A524-C5677A45A334}">
      <dgm:prSet/>
      <dgm:spPr/>
      <dgm:t>
        <a:bodyPr/>
        <a:lstStyle/>
        <a:p>
          <a:pPr>
            <a:lnSpc>
              <a:spcPct val="100000"/>
            </a:lnSpc>
          </a:pPr>
          <a:r>
            <a:rPr lang="en-US"/>
            <a:t>Core components include:</a:t>
          </a:r>
        </a:p>
        <a:p>
          <a:pPr>
            <a:lnSpc>
              <a:spcPct val="100000"/>
            </a:lnSpc>
          </a:pPr>
          <a:r>
            <a:rPr lang="en-US"/>
            <a:t>	Reinforcement Learning (RL): Enables learning through trial and error.</a:t>
          </a:r>
        </a:p>
        <a:p>
          <a:pPr>
            <a:lnSpc>
              <a:spcPct val="100000"/>
            </a:lnSpc>
          </a:pPr>
          <a:r>
            <a:rPr lang="en-US"/>
            <a:t>	Goal-Oriented Architectures: Manage multiple objectives.</a:t>
          </a:r>
        </a:p>
        <a:p>
          <a:pPr>
            <a:lnSpc>
              <a:spcPct val="100000"/>
            </a:lnSpc>
          </a:pPr>
          <a:r>
            <a:rPr lang="en-US"/>
            <a:t>	Adaptive Control Mechanisms: Adjust to changing environments.</a:t>
          </a:r>
          <a:endParaRPr lang="en-US" dirty="0"/>
        </a:p>
      </dgm:t>
    </dgm:pt>
    <dgm:pt modelId="{498F8C52-8F2D-4C0F-9463-5720EECF621C}" type="parTrans" cxnId="{983D3A9D-06F2-44D0-8067-CAB54F6F8032}">
      <dgm:prSet/>
      <dgm:spPr/>
      <dgm:t>
        <a:bodyPr/>
        <a:lstStyle/>
        <a:p>
          <a:endParaRPr lang="en-US"/>
        </a:p>
      </dgm:t>
    </dgm:pt>
    <dgm:pt modelId="{89C487AE-49B1-4DF4-90F8-6E7A19899BF4}" type="sibTrans" cxnId="{983D3A9D-06F2-44D0-8067-CAB54F6F8032}">
      <dgm:prSet/>
      <dgm:spPr/>
      <dgm:t>
        <a:bodyPr/>
        <a:lstStyle/>
        <a:p>
          <a:endParaRPr lang="en-US"/>
        </a:p>
      </dgm:t>
    </dgm:pt>
    <dgm:pt modelId="{6A265D61-CB02-42FB-8C46-579390897EEE}" type="pres">
      <dgm:prSet presAssocID="{A2A52239-722F-44FF-8FDA-214AFA4EF2A8}" presName="root" presStyleCnt="0">
        <dgm:presLayoutVars>
          <dgm:dir/>
          <dgm:resizeHandles val="exact"/>
        </dgm:presLayoutVars>
      </dgm:prSet>
      <dgm:spPr/>
    </dgm:pt>
    <dgm:pt modelId="{333400CB-CEA9-4B9E-9F64-BD08775D4D15}" type="pres">
      <dgm:prSet presAssocID="{CBFCC9AA-DE99-4904-8F8E-C9F248C53634}" presName="compNode" presStyleCnt="0"/>
      <dgm:spPr/>
    </dgm:pt>
    <dgm:pt modelId="{EBFA8E20-AB31-47BD-A219-857CCF571235}" type="pres">
      <dgm:prSet presAssocID="{CBFCC9AA-DE99-4904-8F8E-C9F248C53634}" presName="bgRect" presStyleLbl="bgShp" presStyleIdx="0" presStyleCnt="3"/>
      <dgm:spPr/>
    </dgm:pt>
    <dgm:pt modelId="{CFDFBA36-ED56-4E76-B965-C6B3C13AC671}" type="pres">
      <dgm:prSet presAssocID="{CBFCC9AA-DE99-4904-8F8E-C9F248C5363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2FCE6C29-4365-4374-80F9-97F2F307E199}" type="pres">
      <dgm:prSet presAssocID="{CBFCC9AA-DE99-4904-8F8E-C9F248C53634}" presName="spaceRect" presStyleCnt="0"/>
      <dgm:spPr/>
    </dgm:pt>
    <dgm:pt modelId="{E8815C24-EBAD-440E-A4C4-60ACB2DCB3B6}" type="pres">
      <dgm:prSet presAssocID="{CBFCC9AA-DE99-4904-8F8E-C9F248C53634}" presName="parTx" presStyleLbl="revTx" presStyleIdx="0" presStyleCnt="3">
        <dgm:presLayoutVars>
          <dgm:chMax val="0"/>
          <dgm:chPref val="0"/>
        </dgm:presLayoutVars>
      </dgm:prSet>
      <dgm:spPr/>
    </dgm:pt>
    <dgm:pt modelId="{B4A65ACF-DD8B-4293-8EDF-F0F35C79B774}" type="pres">
      <dgm:prSet presAssocID="{9D17B1B8-9BC9-476A-AAB7-61BAFF25DC97}" presName="sibTrans" presStyleCnt="0"/>
      <dgm:spPr/>
    </dgm:pt>
    <dgm:pt modelId="{B0F7C9C0-236A-4A12-99DA-FBD372F7E3C9}" type="pres">
      <dgm:prSet presAssocID="{947CC458-8DA7-4F98-8CBF-269A5607F979}" presName="compNode" presStyleCnt="0"/>
      <dgm:spPr/>
    </dgm:pt>
    <dgm:pt modelId="{2BE6D043-AFE0-4204-A50F-ACFADCC38979}" type="pres">
      <dgm:prSet presAssocID="{947CC458-8DA7-4F98-8CBF-269A5607F979}" presName="bgRect" presStyleLbl="bgShp" presStyleIdx="1" presStyleCnt="3"/>
      <dgm:spPr/>
    </dgm:pt>
    <dgm:pt modelId="{4D7FE37B-E531-4BAF-A4CF-FC99211FF406}" type="pres">
      <dgm:prSet presAssocID="{947CC458-8DA7-4F98-8CBF-269A5607F97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ot"/>
        </a:ext>
      </dgm:extLst>
    </dgm:pt>
    <dgm:pt modelId="{A4B1E70B-BAE4-4377-A308-6ED141FF344F}" type="pres">
      <dgm:prSet presAssocID="{947CC458-8DA7-4F98-8CBF-269A5607F979}" presName="spaceRect" presStyleCnt="0"/>
      <dgm:spPr/>
    </dgm:pt>
    <dgm:pt modelId="{1AEF3B55-7433-48F1-AAC0-1F516D4E7EE2}" type="pres">
      <dgm:prSet presAssocID="{947CC458-8DA7-4F98-8CBF-269A5607F979}" presName="parTx" presStyleLbl="revTx" presStyleIdx="1" presStyleCnt="3">
        <dgm:presLayoutVars>
          <dgm:chMax val="0"/>
          <dgm:chPref val="0"/>
        </dgm:presLayoutVars>
      </dgm:prSet>
      <dgm:spPr/>
    </dgm:pt>
    <dgm:pt modelId="{EF6DC868-DA46-4300-9A6D-8290B088FE29}" type="pres">
      <dgm:prSet presAssocID="{9775CFFA-8330-4861-8ABD-2E233F4DE93B}" presName="sibTrans" presStyleCnt="0"/>
      <dgm:spPr/>
    </dgm:pt>
    <dgm:pt modelId="{5A75A524-FB60-40E1-B958-705CE21BA391}" type="pres">
      <dgm:prSet presAssocID="{C5F8E0A0-18C6-4768-A524-C5677A45A334}" presName="compNode" presStyleCnt="0"/>
      <dgm:spPr/>
    </dgm:pt>
    <dgm:pt modelId="{4ABDE950-63A5-4722-8125-A3EF8787D37F}" type="pres">
      <dgm:prSet presAssocID="{C5F8E0A0-18C6-4768-A524-C5677A45A334}" presName="bgRect" presStyleLbl="bgShp" presStyleIdx="2" presStyleCnt="3"/>
      <dgm:spPr/>
    </dgm:pt>
    <dgm:pt modelId="{2B403E9B-448A-4490-8263-FEC9A6FBCBBF}" type="pres">
      <dgm:prSet presAssocID="{C5F8E0A0-18C6-4768-A524-C5677A45A3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E1F01D77-6F3B-4E19-8ECE-BABB617CBA9A}" type="pres">
      <dgm:prSet presAssocID="{C5F8E0A0-18C6-4768-A524-C5677A45A334}" presName="spaceRect" presStyleCnt="0"/>
      <dgm:spPr/>
    </dgm:pt>
    <dgm:pt modelId="{A6FDFCCB-B3DD-44BA-B92C-1A2AFDE63FCA}" type="pres">
      <dgm:prSet presAssocID="{C5F8E0A0-18C6-4768-A524-C5677A45A334}" presName="parTx" presStyleLbl="revTx" presStyleIdx="2" presStyleCnt="3">
        <dgm:presLayoutVars>
          <dgm:chMax val="0"/>
          <dgm:chPref val="0"/>
        </dgm:presLayoutVars>
      </dgm:prSet>
      <dgm:spPr/>
    </dgm:pt>
  </dgm:ptLst>
  <dgm:cxnLst>
    <dgm:cxn modelId="{150B8D26-7704-4E34-94DB-70C950DCFEF5}" srcId="{A2A52239-722F-44FF-8FDA-214AFA4EF2A8}" destId="{CBFCC9AA-DE99-4904-8F8E-C9F248C53634}" srcOrd="0" destOrd="0" parTransId="{671B214D-5CB2-4A11-8CC3-1E2A11ABD926}" sibTransId="{9D17B1B8-9BC9-476A-AAB7-61BAFF25DC97}"/>
    <dgm:cxn modelId="{1A0C3C2E-CB2F-4098-BD31-1D463C4F789E}" srcId="{A2A52239-722F-44FF-8FDA-214AFA4EF2A8}" destId="{947CC458-8DA7-4F98-8CBF-269A5607F979}" srcOrd="1" destOrd="0" parTransId="{28DCFF3F-A333-4931-A076-476B0837DAAD}" sibTransId="{9775CFFA-8330-4861-8ABD-2E233F4DE93B}"/>
    <dgm:cxn modelId="{66D0A36A-8556-1447-B412-3208B4D2CFD0}" type="presOf" srcId="{947CC458-8DA7-4F98-8CBF-269A5607F979}" destId="{1AEF3B55-7433-48F1-AAC0-1F516D4E7EE2}" srcOrd="0" destOrd="0" presId="urn:microsoft.com/office/officeart/2018/2/layout/IconVerticalSolidList"/>
    <dgm:cxn modelId="{9D922379-701A-8D4C-9894-6BF0F2E849AC}" type="presOf" srcId="{C5F8E0A0-18C6-4768-A524-C5677A45A334}" destId="{A6FDFCCB-B3DD-44BA-B92C-1A2AFDE63FCA}" srcOrd="0" destOrd="0" presId="urn:microsoft.com/office/officeart/2018/2/layout/IconVerticalSolidList"/>
    <dgm:cxn modelId="{983D3A9D-06F2-44D0-8067-CAB54F6F8032}" srcId="{A2A52239-722F-44FF-8FDA-214AFA4EF2A8}" destId="{C5F8E0A0-18C6-4768-A524-C5677A45A334}" srcOrd="2" destOrd="0" parTransId="{498F8C52-8F2D-4C0F-9463-5720EECF621C}" sibTransId="{89C487AE-49B1-4DF4-90F8-6E7A19899BF4}"/>
    <dgm:cxn modelId="{F0367DAA-263D-BB40-B00D-B64764AB409C}" type="presOf" srcId="{A2A52239-722F-44FF-8FDA-214AFA4EF2A8}" destId="{6A265D61-CB02-42FB-8C46-579390897EEE}" srcOrd="0" destOrd="0" presId="urn:microsoft.com/office/officeart/2018/2/layout/IconVerticalSolidList"/>
    <dgm:cxn modelId="{7C8441C2-8A3F-3F4F-B67B-DCFDE64DC066}" type="presOf" srcId="{CBFCC9AA-DE99-4904-8F8E-C9F248C53634}" destId="{E8815C24-EBAD-440E-A4C4-60ACB2DCB3B6}" srcOrd="0" destOrd="0" presId="urn:microsoft.com/office/officeart/2018/2/layout/IconVerticalSolidList"/>
    <dgm:cxn modelId="{6E00582B-37E5-5144-8195-D3E431017BC5}" type="presParOf" srcId="{6A265D61-CB02-42FB-8C46-579390897EEE}" destId="{333400CB-CEA9-4B9E-9F64-BD08775D4D15}" srcOrd="0" destOrd="0" presId="urn:microsoft.com/office/officeart/2018/2/layout/IconVerticalSolidList"/>
    <dgm:cxn modelId="{39B25225-9182-3E42-913E-D892CCE86557}" type="presParOf" srcId="{333400CB-CEA9-4B9E-9F64-BD08775D4D15}" destId="{EBFA8E20-AB31-47BD-A219-857CCF571235}" srcOrd="0" destOrd="0" presId="urn:microsoft.com/office/officeart/2018/2/layout/IconVerticalSolidList"/>
    <dgm:cxn modelId="{D788E571-7F79-0348-AA9F-0BC95C49643E}" type="presParOf" srcId="{333400CB-CEA9-4B9E-9F64-BD08775D4D15}" destId="{CFDFBA36-ED56-4E76-B965-C6B3C13AC671}" srcOrd="1" destOrd="0" presId="urn:microsoft.com/office/officeart/2018/2/layout/IconVerticalSolidList"/>
    <dgm:cxn modelId="{4B038BA5-8BB9-524D-BE14-27C8A619E62A}" type="presParOf" srcId="{333400CB-CEA9-4B9E-9F64-BD08775D4D15}" destId="{2FCE6C29-4365-4374-80F9-97F2F307E199}" srcOrd="2" destOrd="0" presId="urn:microsoft.com/office/officeart/2018/2/layout/IconVerticalSolidList"/>
    <dgm:cxn modelId="{567EF0EE-5822-234A-BDC5-31A6075660B3}" type="presParOf" srcId="{333400CB-CEA9-4B9E-9F64-BD08775D4D15}" destId="{E8815C24-EBAD-440E-A4C4-60ACB2DCB3B6}" srcOrd="3" destOrd="0" presId="urn:microsoft.com/office/officeart/2018/2/layout/IconVerticalSolidList"/>
    <dgm:cxn modelId="{EBF7FCDB-A907-E64B-A2E0-F40FF477C61F}" type="presParOf" srcId="{6A265D61-CB02-42FB-8C46-579390897EEE}" destId="{B4A65ACF-DD8B-4293-8EDF-F0F35C79B774}" srcOrd="1" destOrd="0" presId="urn:microsoft.com/office/officeart/2018/2/layout/IconVerticalSolidList"/>
    <dgm:cxn modelId="{203D8352-DE08-D44B-B5DF-7F6B0DC16588}" type="presParOf" srcId="{6A265D61-CB02-42FB-8C46-579390897EEE}" destId="{B0F7C9C0-236A-4A12-99DA-FBD372F7E3C9}" srcOrd="2" destOrd="0" presId="urn:microsoft.com/office/officeart/2018/2/layout/IconVerticalSolidList"/>
    <dgm:cxn modelId="{F6CF4422-8E98-F24F-86FC-72EA88256162}" type="presParOf" srcId="{B0F7C9C0-236A-4A12-99DA-FBD372F7E3C9}" destId="{2BE6D043-AFE0-4204-A50F-ACFADCC38979}" srcOrd="0" destOrd="0" presId="urn:microsoft.com/office/officeart/2018/2/layout/IconVerticalSolidList"/>
    <dgm:cxn modelId="{4B1751E3-F14C-0C41-9CCB-65B149130CDC}" type="presParOf" srcId="{B0F7C9C0-236A-4A12-99DA-FBD372F7E3C9}" destId="{4D7FE37B-E531-4BAF-A4CF-FC99211FF406}" srcOrd="1" destOrd="0" presId="urn:microsoft.com/office/officeart/2018/2/layout/IconVerticalSolidList"/>
    <dgm:cxn modelId="{4DC5B5D7-2147-3C44-9303-A067B401DBC5}" type="presParOf" srcId="{B0F7C9C0-236A-4A12-99DA-FBD372F7E3C9}" destId="{A4B1E70B-BAE4-4377-A308-6ED141FF344F}" srcOrd="2" destOrd="0" presId="urn:microsoft.com/office/officeart/2018/2/layout/IconVerticalSolidList"/>
    <dgm:cxn modelId="{90C0E42D-F455-EB42-AB62-B8C67AFE9002}" type="presParOf" srcId="{B0F7C9C0-236A-4A12-99DA-FBD372F7E3C9}" destId="{1AEF3B55-7433-48F1-AAC0-1F516D4E7EE2}" srcOrd="3" destOrd="0" presId="urn:microsoft.com/office/officeart/2018/2/layout/IconVerticalSolidList"/>
    <dgm:cxn modelId="{65D6798D-70DF-0142-A926-1EE4D8E9A0A0}" type="presParOf" srcId="{6A265D61-CB02-42FB-8C46-579390897EEE}" destId="{EF6DC868-DA46-4300-9A6D-8290B088FE29}" srcOrd="3" destOrd="0" presId="urn:microsoft.com/office/officeart/2018/2/layout/IconVerticalSolidList"/>
    <dgm:cxn modelId="{37D28F6C-687C-D34F-A70E-DDF14FBD5240}" type="presParOf" srcId="{6A265D61-CB02-42FB-8C46-579390897EEE}" destId="{5A75A524-FB60-40E1-B958-705CE21BA391}" srcOrd="4" destOrd="0" presId="urn:microsoft.com/office/officeart/2018/2/layout/IconVerticalSolidList"/>
    <dgm:cxn modelId="{3666DD68-DFED-F448-986C-4ACDD947C78B}" type="presParOf" srcId="{5A75A524-FB60-40E1-B958-705CE21BA391}" destId="{4ABDE950-63A5-4722-8125-A3EF8787D37F}" srcOrd="0" destOrd="0" presId="urn:microsoft.com/office/officeart/2018/2/layout/IconVerticalSolidList"/>
    <dgm:cxn modelId="{93FD7A8B-D6C2-DA4B-AC80-82AE925D9CF7}" type="presParOf" srcId="{5A75A524-FB60-40E1-B958-705CE21BA391}" destId="{2B403E9B-448A-4490-8263-FEC9A6FBCBBF}" srcOrd="1" destOrd="0" presId="urn:microsoft.com/office/officeart/2018/2/layout/IconVerticalSolidList"/>
    <dgm:cxn modelId="{F9A90266-8932-AA48-BAD5-CC2CF4A22C1B}" type="presParOf" srcId="{5A75A524-FB60-40E1-B958-705CE21BA391}" destId="{E1F01D77-6F3B-4E19-8ECE-BABB617CBA9A}" srcOrd="2" destOrd="0" presId="urn:microsoft.com/office/officeart/2018/2/layout/IconVerticalSolidList"/>
    <dgm:cxn modelId="{C778EE9A-0446-7142-BE5B-9D9EFC552D5B}" type="presParOf" srcId="{5A75A524-FB60-40E1-B958-705CE21BA391}" destId="{A6FDFCCB-B3DD-44BA-B92C-1A2AFDE63FCA}"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D67A103-08A4-4633-AD94-1C41931AED9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FC78398-842D-4AB2-A57B-9EA2D317B1F6}">
      <dgm:prSet/>
      <dgm:spPr/>
      <dgm:t>
        <a:bodyPr/>
        <a:lstStyle/>
        <a:p>
          <a:pPr>
            <a:lnSpc>
              <a:spcPct val="100000"/>
            </a:lnSpc>
          </a:pPr>
          <a:r>
            <a:rPr lang="en-US" b="1"/>
            <a:t>Graph-based Workflows: </a:t>
          </a:r>
          <a:r>
            <a:rPr lang="en-US"/>
            <a:t>enables complex, multi-agent coordination.</a:t>
          </a:r>
        </a:p>
      </dgm:t>
    </dgm:pt>
    <dgm:pt modelId="{BF49788E-763A-4F84-A972-E6D888EE9FD0}" type="parTrans" cxnId="{A10DE70B-DA18-4E02-A7AB-2EF35794488D}">
      <dgm:prSet/>
      <dgm:spPr/>
      <dgm:t>
        <a:bodyPr/>
        <a:lstStyle/>
        <a:p>
          <a:endParaRPr lang="en-US"/>
        </a:p>
      </dgm:t>
    </dgm:pt>
    <dgm:pt modelId="{AAA597E4-41CC-46F6-BF36-4B1C5B7848BC}" type="sibTrans" cxnId="{A10DE70B-DA18-4E02-A7AB-2EF35794488D}">
      <dgm:prSet/>
      <dgm:spPr/>
      <dgm:t>
        <a:bodyPr/>
        <a:lstStyle/>
        <a:p>
          <a:endParaRPr lang="en-US"/>
        </a:p>
      </dgm:t>
    </dgm:pt>
    <dgm:pt modelId="{13190CA0-1F49-441D-A164-5CA8446B3FC4}">
      <dgm:prSet/>
      <dgm:spPr/>
      <dgm:t>
        <a:bodyPr/>
        <a:lstStyle/>
        <a:p>
          <a:pPr>
            <a:lnSpc>
              <a:spcPct val="100000"/>
            </a:lnSpc>
          </a:pPr>
          <a:r>
            <a:rPr lang="en-US" b="1"/>
            <a:t>Extensive integrations: </a:t>
          </a:r>
          <a:r>
            <a:rPr lang="en-US"/>
            <a:t>supports wide range of LLMs and tools, offering flexibility compared to other frameworks.</a:t>
          </a:r>
        </a:p>
      </dgm:t>
    </dgm:pt>
    <dgm:pt modelId="{40BE11FC-9DFE-4015-A6C6-C476EDF564E4}" type="parTrans" cxnId="{56593809-0C0C-4067-8066-A4D023225DF0}">
      <dgm:prSet/>
      <dgm:spPr/>
      <dgm:t>
        <a:bodyPr/>
        <a:lstStyle/>
        <a:p>
          <a:endParaRPr lang="en-US"/>
        </a:p>
      </dgm:t>
    </dgm:pt>
    <dgm:pt modelId="{F387E30F-1F73-415A-BE6E-4422DB16A9B0}" type="sibTrans" cxnId="{56593809-0C0C-4067-8066-A4D023225DF0}">
      <dgm:prSet/>
      <dgm:spPr/>
      <dgm:t>
        <a:bodyPr/>
        <a:lstStyle/>
        <a:p>
          <a:endParaRPr lang="en-US"/>
        </a:p>
      </dgm:t>
    </dgm:pt>
    <dgm:pt modelId="{AFFA4400-5CE7-482F-B175-8DDD9A045B82}">
      <dgm:prSet/>
      <dgm:spPr/>
      <dgm:t>
        <a:bodyPr/>
        <a:lstStyle/>
        <a:p>
          <a:pPr>
            <a:lnSpc>
              <a:spcPct val="100000"/>
            </a:lnSpc>
          </a:pPr>
          <a:r>
            <a:rPr lang="en-US" b="1"/>
            <a:t>Community and Ecosystem: </a:t>
          </a:r>
          <a:r>
            <a:rPr lang="en-US"/>
            <a:t>a large community provides extensive documentation and tutorials unlike newer frameworks like Open AI’s Swarm.</a:t>
          </a:r>
        </a:p>
      </dgm:t>
    </dgm:pt>
    <dgm:pt modelId="{C76C4B00-2095-43BF-A612-568D39424025}" type="parTrans" cxnId="{40A646A2-3E93-4AD5-9A6B-C6B0FCC81076}">
      <dgm:prSet/>
      <dgm:spPr/>
      <dgm:t>
        <a:bodyPr/>
        <a:lstStyle/>
        <a:p>
          <a:endParaRPr lang="en-US"/>
        </a:p>
      </dgm:t>
    </dgm:pt>
    <dgm:pt modelId="{45FD1B6C-7DAF-478F-8366-0BEDDC158633}" type="sibTrans" cxnId="{40A646A2-3E93-4AD5-9A6B-C6B0FCC81076}">
      <dgm:prSet/>
      <dgm:spPr/>
      <dgm:t>
        <a:bodyPr/>
        <a:lstStyle/>
        <a:p>
          <a:endParaRPr lang="en-US"/>
        </a:p>
      </dgm:t>
    </dgm:pt>
    <dgm:pt modelId="{D1AF76C3-CB18-46BF-A469-36EC04D1C3BE}">
      <dgm:prSet/>
      <dgm:spPr/>
      <dgm:t>
        <a:bodyPr/>
        <a:lstStyle/>
        <a:p>
          <a:pPr>
            <a:lnSpc>
              <a:spcPct val="100000"/>
            </a:lnSpc>
          </a:pPr>
          <a:r>
            <a:rPr lang="en-US" b="1"/>
            <a:t>Advanced Features: </a:t>
          </a:r>
          <a:r>
            <a:rPr lang="en-US"/>
            <a:t>Persistence, human-in-the-loop support, and streaming enhance reliability and user experience, surpassing minimalist frameworks like Swarm.</a:t>
          </a:r>
        </a:p>
      </dgm:t>
    </dgm:pt>
    <dgm:pt modelId="{E662FBCB-7951-42DC-A887-C8B6D1B5D993}" type="parTrans" cxnId="{604072EE-48BB-4B99-8C01-8333B05C8BC5}">
      <dgm:prSet/>
      <dgm:spPr/>
      <dgm:t>
        <a:bodyPr/>
        <a:lstStyle/>
        <a:p>
          <a:endParaRPr lang="en-US"/>
        </a:p>
      </dgm:t>
    </dgm:pt>
    <dgm:pt modelId="{CF54BEA5-EC95-4E1C-9950-E55C8F68624E}" type="sibTrans" cxnId="{604072EE-48BB-4B99-8C01-8333B05C8BC5}">
      <dgm:prSet/>
      <dgm:spPr/>
      <dgm:t>
        <a:bodyPr/>
        <a:lstStyle/>
        <a:p>
          <a:endParaRPr lang="en-US"/>
        </a:p>
      </dgm:t>
    </dgm:pt>
    <dgm:pt modelId="{16BEB522-CCBB-4950-AA5A-E681E76DF8E0}" type="pres">
      <dgm:prSet presAssocID="{1D67A103-08A4-4633-AD94-1C41931AED9F}" presName="root" presStyleCnt="0">
        <dgm:presLayoutVars>
          <dgm:dir/>
          <dgm:resizeHandles val="exact"/>
        </dgm:presLayoutVars>
      </dgm:prSet>
      <dgm:spPr/>
    </dgm:pt>
    <dgm:pt modelId="{9E388CF6-9AA1-45BE-9E5A-DBE028C1B645}" type="pres">
      <dgm:prSet presAssocID="{8FC78398-842D-4AB2-A57B-9EA2D317B1F6}" presName="compNode" presStyleCnt="0"/>
      <dgm:spPr/>
    </dgm:pt>
    <dgm:pt modelId="{1E70E7AB-7440-4B9D-BFCF-856607834802}" type="pres">
      <dgm:prSet presAssocID="{8FC78398-842D-4AB2-A57B-9EA2D317B1F6}" presName="bgRect" presStyleLbl="bgShp" presStyleIdx="0" presStyleCnt="4"/>
      <dgm:spPr/>
    </dgm:pt>
    <dgm:pt modelId="{22EF365E-8E11-4305-8ABA-A5EB4809D15B}" type="pres">
      <dgm:prSet presAssocID="{8FC78398-842D-4AB2-A57B-9EA2D317B1F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ular Flowchart"/>
        </a:ext>
      </dgm:extLst>
    </dgm:pt>
    <dgm:pt modelId="{25EBDF91-035A-4D73-8AEF-66D40DDB7F51}" type="pres">
      <dgm:prSet presAssocID="{8FC78398-842D-4AB2-A57B-9EA2D317B1F6}" presName="spaceRect" presStyleCnt="0"/>
      <dgm:spPr/>
    </dgm:pt>
    <dgm:pt modelId="{E3D9B914-423F-4C03-AD90-7F6E39ED573E}" type="pres">
      <dgm:prSet presAssocID="{8FC78398-842D-4AB2-A57B-9EA2D317B1F6}" presName="parTx" presStyleLbl="revTx" presStyleIdx="0" presStyleCnt="4">
        <dgm:presLayoutVars>
          <dgm:chMax val="0"/>
          <dgm:chPref val="0"/>
        </dgm:presLayoutVars>
      </dgm:prSet>
      <dgm:spPr/>
    </dgm:pt>
    <dgm:pt modelId="{BB56495C-7D0C-44D1-B37F-E4BDCF551DA7}" type="pres">
      <dgm:prSet presAssocID="{AAA597E4-41CC-46F6-BF36-4B1C5B7848BC}" presName="sibTrans" presStyleCnt="0"/>
      <dgm:spPr/>
    </dgm:pt>
    <dgm:pt modelId="{608D00D0-B025-46D8-9DD8-F8ECB9EE57C6}" type="pres">
      <dgm:prSet presAssocID="{13190CA0-1F49-441D-A164-5CA8446B3FC4}" presName="compNode" presStyleCnt="0"/>
      <dgm:spPr/>
    </dgm:pt>
    <dgm:pt modelId="{7265F62F-D91F-474F-A98B-0D0A1766C65D}" type="pres">
      <dgm:prSet presAssocID="{13190CA0-1F49-441D-A164-5CA8446B3FC4}" presName="bgRect" presStyleLbl="bgShp" presStyleIdx="1" presStyleCnt="4"/>
      <dgm:spPr/>
    </dgm:pt>
    <dgm:pt modelId="{32B57908-1F64-48BB-8368-7287D924D0E8}" type="pres">
      <dgm:prSet presAssocID="{13190CA0-1F49-441D-A164-5CA8446B3FC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A194814E-C57D-4669-B1EE-B7431E693049}" type="pres">
      <dgm:prSet presAssocID="{13190CA0-1F49-441D-A164-5CA8446B3FC4}" presName="spaceRect" presStyleCnt="0"/>
      <dgm:spPr/>
    </dgm:pt>
    <dgm:pt modelId="{0E70CEFC-0906-4C33-AAF3-9E8C86EDDB1C}" type="pres">
      <dgm:prSet presAssocID="{13190CA0-1F49-441D-A164-5CA8446B3FC4}" presName="parTx" presStyleLbl="revTx" presStyleIdx="1" presStyleCnt="4">
        <dgm:presLayoutVars>
          <dgm:chMax val="0"/>
          <dgm:chPref val="0"/>
        </dgm:presLayoutVars>
      </dgm:prSet>
      <dgm:spPr/>
    </dgm:pt>
    <dgm:pt modelId="{CABD8CA8-4DCF-4499-8083-6E8E1C4A8569}" type="pres">
      <dgm:prSet presAssocID="{F387E30F-1F73-415A-BE6E-4422DB16A9B0}" presName="sibTrans" presStyleCnt="0"/>
      <dgm:spPr/>
    </dgm:pt>
    <dgm:pt modelId="{528E2FA4-A548-46F4-B1BE-B2361B83C074}" type="pres">
      <dgm:prSet presAssocID="{AFFA4400-5CE7-482F-B175-8DDD9A045B82}" presName="compNode" presStyleCnt="0"/>
      <dgm:spPr/>
    </dgm:pt>
    <dgm:pt modelId="{AD77230A-7D47-49E0-9640-3901B9628DCA}" type="pres">
      <dgm:prSet presAssocID="{AFFA4400-5CE7-482F-B175-8DDD9A045B82}" presName="bgRect" presStyleLbl="bgShp" presStyleIdx="2" presStyleCnt="4"/>
      <dgm:spPr/>
    </dgm:pt>
    <dgm:pt modelId="{E0E6EA04-1B7A-4174-8B93-D60B6298D66C}" type="pres">
      <dgm:prSet presAssocID="{AFFA4400-5CE7-482F-B175-8DDD9A045B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A2213561-143B-465A-A167-7E997A72FE8D}" type="pres">
      <dgm:prSet presAssocID="{AFFA4400-5CE7-482F-B175-8DDD9A045B82}" presName="spaceRect" presStyleCnt="0"/>
      <dgm:spPr/>
    </dgm:pt>
    <dgm:pt modelId="{668ECAA8-DF8F-4372-9FC1-AF77B659DC4B}" type="pres">
      <dgm:prSet presAssocID="{AFFA4400-5CE7-482F-B175-8DDD9A045B82}" presName="parTx" presStyleLbl="revTx" presStyleIdx="2" presStyleCnt="4">
        <dgm:presLayoutVars>
          <dgm:chMax val="0"/>
          <dgm:chPref val="0"/>
        </dgm:presLayoutVars>
      </dgm:prSet>
      <dgm:spPr/>
    </dgm:pt>
    <dgm:pt modelId="{72C605EB-9827-4F6C-8A28-B36039A42985}" type="pres">
      <dgm:prSet presAssocID="{45FD1B6C-7DAF-478F-8366-0BEDDC158633}" presName="sibTrans" presStyleCnt="0"/>
      <dgm:spPr/>
    </dgm:pt>
    <dgm:pt modelId="{12CA3319-B23B-43D1-BCCE-D7A34E92CD1B}" type="pres">
      <dgm:prSet presAssocID="{D1AF76C3-CB18-46BF-A469-36EC04D1C3BE}" presName="compNode" presStyleCnt="0"/>
      <dgm:spPr/>
    </dgm:pt>
    <dgm:pt modelId="{BC0E398F-02DB-46A4-A146-B58D50185C7F}" type="pres">
      <dgm:prSet presAssocID="{D1AF76C3-CB18-46BF-A469-36EC04D1C3BE}" presName="bgRect" presStyleLbl="bgShp" presStyleIdx="3" presStyleCnt="4"/>
      <dgm:spPr/>
    </dgm:pt>
    <dgm:pt modelId="{2AE58539-B7B0-42D2-9947-C94169022F04}" type="pres">
      <dgm:prSet presAssocID="{D1AF76C3-CB18-46BF-A469-36EC04D1C3B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9A348EEE-B6A9-4C76-8690-8262A1BAA49F}" type="pres">
      <dgm:prSet presAssocID="{D1AF76C3-CB18-46BF-A469-36EC04D1C3BE}" presName="spaceRect" presStyleCnt="0"/>
      <dgm:spPr/>
    </dgm:pt>
    <dgm:pt modelId="{F2AA86D1-A743-4405-A039-BFC1D9E8AB77}" type="pres">
      <dgm:prSet presAssocID="{D1AF76C3-CB18-46BF-A469-36EC04D1C3BE}" presName="parTx" presStyleLbl="revTx" presStyleIdx="3" presStyleCnt="4">
        <dgm:presLayoutVars>
          <dgm:chMax val="0"/>
          <dgm:chPref val="0"/>
        </dgm:presLayoutVars>
      </dgm:prSet>
      <dgm:spPr/>
    </dgm:pt>
  </dgm:ptLst>
  <dgm:cxnLst>
    <dgm:cxn modelId="{56593809-0C0C-4067-8066-A4D023225DF0}" srcId="{1D67A103-08A4-4633-AD94-1C41931AED9F}" destId="{13190CA0-1F49-441D-A164-5CA8446B3FC4}" srcOrd="1" destOrd="0" parTransId="{40BE11FC-9DFE-4015-A6C6-C476EDF564E4}" sibTransId="{F387E30F-1F73-415A-BE6E-4422DB16A9B0}"/>
    <dgm:cxn modelId="{A10DE70B-DA18-4E02-A7AB-2EF35794488D}" srcId="{1D67A103-08A4-4633-AD94-1C41931AED9F}" destId="{8FC78398-842D-4AB2-A57B-9EA2D317B1F6}" srcOrd="0" destOrd="0" parTransId="{BF49788E-763A-4F84-A972-E6D888EE9FD0}" sibTransId="{AAA597E4-41CC-46F6-BF36-4B1C5B7848BC}"/>
    <dgm:cxn modelId="{D87D0C18-F0A5-5544-A816-E130A1B082C4}" type="presOf" srcId="{13190CA0-1F49-441D-A164-5CA8446B3FC4}" destId="{0E70CEFC-0906-4C33-AAF3-9E8C86EDDB1C}" srcOrd="0" destOrd="0" presId="urn:microsoft.com/office/officeart/2018/2/layout/IconVerticalSolidList"/>
    <dgm:cxn modelId="{8480C54F-7040-9A4D-8716-97311A1A51F3}" type="presOf" srcId="{1D67A103-08A4-4633-AD94-1C41931AED9F}" destId="{16BEB522-CCBB-4950-AA5A-E681E76DF8E0}" srcOrd="0" destOrd="0" presId="urn:microsoft.com/office/officeart/2018/2/layout/IconVerticalSolidList"/>
    <dgm:cxn modelId="{40A646A2-3E93-4AD5-9A6B-C6B0FCC81076}" srcId="{1D67A103-08A4-4633-AD94-1C41931AED9F}" destId="{AFFA4400-5CE7-482F-B175-8DDD9A045B82}" srcOrd="2" destOrd="0" parTransId="{C76C4B00-2095-43BF-A612-568D39424025}" sibTransId="{45FD1B6C-7DAF-478F-8366-0BEDDC158633}"/>
    <dgm:cxn modelId="{0C8FC4B1-B0C2-3E44-90F6-6A0175A4C40F}" type="presOf" srcId="{D1AF76C3-CB18-46BF-A469-36EC04D1C3BE}" destId="{F2AA86D1-A743-4405-A039-BFC1D9E8AB77}" srcOrd="0" destOrd="0" presId="urn:microsoft.com/office/officeart/2018/2/layout/IconVerticalSolidList"/>
    <dgm:cxn modelId="{0EB576DA-1733-7C4E-A458-79547085F31F}" type="presOf" srcId="{8FC78398-842D-4AB2-A57B-9EA2D317B1F6}" destId="{E3D9B914-423F-4C03-AD90-7F6E39ED573E}" srcOrd="0" destOrd="0" presId="urn:microsoft.com/office/officeart/2018/2/layout/IconVerticalSolidList"/>
    <dgm:cxn modelId="{604072EE-48BB-4B99-8C01-8333B05C8BC5}" srcId="{1D67A103-08A4-4633-AD94-1C41931AED9F}" destId="{D1AF76C3-CB18-46BF-A469-36EC04D1C3BE}" srcOrd="3" destOrd="0" parTransId="{E662FBCB-7951-42DC-A887-C8B6D1B5D993}" sibTransId="{CF54BEA5-EC95-4E1C-9950-E55C8F68624E}"/>
    <dgm:cxn modelId="{18F5E6EE-0129-9C48-A5F3-202B9A354251}" type="presOf" srcId="{AFFA4400-5CE7-482F-B175-8DDD9A045B82}" destId="{668ECAA8-DF8F-4372-9FC1-AF77B659DC4B}" srcOrd="0" destOrd="0" presId="urn:microsoft.com/office/officeart/2018/2/layout/IconVerticalSolidList"/>
    <dgm:cxn modelId="{BB687274-B0E9-E149-A9F6-DD982015D4E7}" type="presParOf" srcId="{16BEB522-CCBB-4950-AA5A-E681E76DF8E0}" destId="{9E388CF6-9AA1-45BE-9E5A-DBE028C1B645}" srcOrd="0" destOrd="0" presId="urn:microsoft.com/office/officeart/2018/2/layout/IconVerticalSolidList"/>
    <dgm:cxn modelId="{298BBB91-2E1F-D44F-8A55-244149ACBF4B}" type="presParOf" srcId="{9E388CF6-9AA1-45BE-9E5A-DBE028C1B645}" destId="{1E70E7AB-7440-4B9D-BFCF-856607834802}" srcOrd="0" destOrd="0" presId="urn:microsoft.com/office/officeart/2018/2/layout/IconVerticalSolidList"/>
    <dgm:cxn modelId="{C9142347-221F-EC4F-AF96-5D21B5AC3A40}" type="presParOf" srcId="{9E388CF6-9AA1-45BE-9E5A-DBE028C1B645}" destId="{22EF365E-8E11-4305-8ABA-A5EB4809D15B}" srcOrd="1" destOrd="0" presId="urn:microsoft.com/office/officeart/2018/2/layout/IconVerticalSolidList"/>
    <dgm:cxn modelId="{793234D4-673C-484A-BD85-5AF405C9EBEA}" type="presParOf" srcId="{9E388CF6-9AA1-45BE-9E5A-DBE028C1B645}" destId="{25EBDF91-035A-4D73-8AEF-66D40DDB7F51}" srcOrd="2" destOrd="0" presId="urn:microsoft.com/office/officeart/2018/2/layout/IconVerticalSolidList"/>
    <dgm:cxn modelId="{10FA5A6F-5FDE-AE42-BDE8-20B61361D29B}" type="presParOf" srcId="{9E388CF6-9AA1-45BE-9E5A-DBE028C1B645}" destId="{E3D9B914-423F-4C03-AD90-7F6E39ED573E}" srcOrd="3" destOrd="0" presId="urn:microsoft.com/office/officeart/2018/2/layout/IconVerticalSolidList"/>
    <dgm:cxn modelId="{197F97B4-1E14-1C40-AF37-D087D548B766}" type="presParOf" srcId="{16BEB522-CCBB-4950-AA5A-E681E76DF8E0}" destId="{BB56495C-7D0C-44D1-B37F-E4BDCF551DA7}" srcOrd="1" destOrd="0" presId="urn:microsoft.com/office/officeart/2018/2/layout/IconVerticalSolidList"/>
    <dgm:cxn modelId="{099B094B-6CE4-3E48-AB1E-130B51F2AB2C}" type="presParOf" srcId="{16BEB522-CCBB-4950-AA5A-E681E76DF8E0}" destId="{608D00D0-B025-46D8-9DD8-F8ECB9EE57C6}" srcOrd="2" destOrd="0" presId="urn:microsoft.com/office/officeart/2018/2/layout/IconVerticalSolidList"/>
    <dgm:cxn modelId="{A739A736-1BDC-FE4D-BA8A-7157CC6DD890}" type="presParOf" srcId="{608D00D0-B025-46D8-9DD8-F8ECB9EE57C6}" destId="{7265F62F-D91F-474F-A98B-0D0A1766C65D}" srcOrd="0" destOrd="0" presId="urn:microsoft.com/office/officeart/2018/2/layout/IconVerticalSolidList"/>
    <dgm:cxn modelId="{C69BAF1A-8364-F941-89E6-068FD690A6D5}" type="presParOf" srcId="{608D00D0-B025-46D8-9DD8-F8ECB9EE57C6}" destId="{32B57908-1F64-48BB-8368-7287D924D0E8}" srcOrd="1" destOrd="0" presId="urn:microsoft.com/office/officeart/2018/2/layout/IconVerticalSolidList"/>
    <dgm:cxn modelId="{355B7522-86AF-2044-BEF7-50112652D6D8}" type="presParOf" srcId="{608D00D0-B025-46D8-9DD8-F8ECB9EE57C6}" destId="{A194814E-C57D-4669-B1EE-B7431E693049}" srcOrd="2" destOrd="0" presId="urn:microsoft.com/office/officeart/2018/2/layout/IconVerticalSolidList"/>
    <dgm:cxn modelId="{09D7415A-DC29-EB48-8695-C6E88C287490}" type="presParOf" srcId="{608D00D0-B025-46D8-9DD8-F8ECB9EE57C6}" destId="{0E70CEFC-0906-4C33-AAF3-9E8C86EDDB1C}" srcOrd="3" destOrd="0" presId="urn:microsoft.com/office/officeart/2018/2/layout/IconVerticalSolidList"/>
    <dgm:cxn modelId="{50A8DA9D-F180-6E4F-8A1E-351B1455A2B8}" type="presParOf" srcId="{16BEB522-CCBB-4950-AA5A-E681E76DF8E0}" destId="{CABD8CA8-4DCF-4499-8083-6E8E1C4A8569}" srcOrd="3" destOrd="0" presId="urn:microsoft.com/office/officeart/2018/2/layout/IconVerticalSolidList"/>
    <dgm:cxn modelId="{3A8BCE83-7211-774A-8FCE-E8B9DDFB2A60}" type="presParOf" srcId="{16BEB522-CCBB-4950-AA5A-E681E76DF8E0}" destId="{528E2FA4-A548-46F4-B1BE-B2361B83C074}" srcOrd="4" destOrd="0" presId="urn:microsoft.com/office/officeart/2018/2/layout/IconVerticalSolidList"/>
    <dgm:cxn modelId="{F298F113-8069-004C-BC36-33A8D966E082}" type="presParOf" srcId="{528E2FA4-A548-46F4-B1BE-B2361B83C074}" destId="{AD77230A-7D47-49E0-9640-3901B9628DCA}" srcOrd="0" destOrd="0" presId="urn:microsoft.com/office/officeart/2018/2/layout/IconVerticalSolidList"/>
    <dgm:cxn modelId="{61A245CC-43F1-A345-A8BA-296BE12EE4F7}" type="presParOf" srcId="{528E2FA4-A548-46F4-B1BE-B2361B83C074}" destId="{E0E6EA04-1B7A-4174-8B93-D60B6298D66C}" srcOrd="1" destOrd="0" presId="urn:microsoft.com/office/officeart/2018/2/layout/IconVerticalSolidList"/>
    <dgm:cxn modelId="{4B78A794-DD4E-A048-ADA3-3FD06F6C04A6}" type="presParOf" srcId="{528E2FA4-A548-46F4-B1BE-B2361B83C074}" destId="{A2213561-143B-465A-A167-7E997A72FE8D}" srcOrd="2" destOrd="0" presId="urn:microsoft.com/office/officeart/2018/2/layout/IconVerticalSolidList"/>
    <dgm:cxn modelId="{41332611-4F94-5F4B-82FD-F2FEFD55AD14}" type="presParOf" srcId="{528E2FA4-A548-46F4-B1BE-B2361B83C074}" destId="{668ECAA8-DF8F-4372-9FC1-AF77B659DC4B}" srcOrd="3" destOrd="0" presId="urn:microsoft.com/office/officeart/2018/2/layout/IconVerticalSolidList"/>
    <dgm:cxn modelId="{D75215D7-7535-EA48-84DB-B8D8E7000D8C}" type="presParOf" srcId="{16BEB522-CCBB-4950-AA5A-E681E76DF8E0}" destId="{72C605EB-9827-4F6C-8A28-B36039A42985}" srcOrd="5" destOrd="0" presId="urn:microsoft.com/office/officeart/2018/2/layout/IconVerticalSolidList"/>
    <dgm:cxn modelId="{6E336E46-E5C2-C040-B844-199337986FE5}" type="presParOf" srcId="{16BEB522-CCBB-4950-AA5A-E681E76DF8E0}" destId="{12CA3319-B23B-43D1-BCCE-D7A34E92CD1B}" srcOrd="6" destOrd="0" presId="urn:microsoft.com/office/officeart/2018/2/layout/IconVerticalSolidList"/>
    <dgm:cxn modelId="{65588C07-B236-7D4E-8BEF-0583F69F884C}" type="presParOf" srcId="{12CA3319-B23B-43D1-BCCE-D7A34E92CD1B}" destId="{BC0E398F-02DB-46A4-A146-B58D50185C7F}" srcOrd="0" destOrd="0" presId="urn:microsoft.com/office/officeart/2018/2/layout/IconVerticalSolidList"/>
    <dgm:cxn modelId="{74BE5A6F-7FC6-7A48-B589-DC935F41F34B}" type="presParOf" srcId="{12CA3319-B23B-43D1-BCCE-D7A34E92CD1B}" destId="{2AE58539-B7B0-42D2-9947-C94169022F04}" srcOrd="1" destOrd="0" presId="urn:microsoft.com/office/officeart/2018/2/layout/IconVerticalSolidList"/>
    <dgm:cxn modelId="{B23E50CF-E29E-2540-84A0-2E34F4975465}" type="presParOf" srcId="{12CA3319-B23B-43D1-BCCE-D7A34E92CD1B}" destId="{9A348EEE-B6A9-4C76-8690-8262A1BAA49F}" srcOrd="2" destOrd="0" presId="urn:microsoft.com/office/officeart/2018/2/layout/IconVerticalSolidList"/>
    <dgm:cxn modelId="{E8622A62-07A7-4B46-B2A6-94587354C204}" type="presParOf" srcId="{12CA3319-B23B-43D1-BCCE-D7A34E92CD1B}" destId="{F2AA86D1-A743-4405-A039-BFC1D9E8AB7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BC8372-9753-5341-99CD-2F23C2850D58}">
      <dsp:nvSpPr>
        <dsp:cNvPr id="0" name=""/>
        <dsp:cNvSpPr/>
      </dsp:nvSpPr>
      <dsp:spPr>
        <a:xfrm>
          <a:off x="0" y="2699"/>
          <a:ext cx="8020050" cy="0"/>
        </a:xfrm>
        <a:prstGeom prst="line">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w="9525" cap="flat" cmpd="sng" algn="ctr">
          <a:solidFill>
            <a:schemeClr val="accent2">
              <a:hueOff val="0"/>
              <a:satOff val="0"/>
              <a:lumOff val="0"/>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4B1B6878-7F9A-AE41-B70B-0B73F3D7E30A}">
      <dsp:nvSpPr>
        <dsp:cNvPr id="0" name=""/>
        <dsp:cNvSpPr/>
      </dsp:nvSpPr>
      <dsp:spPr>
        <a:xfrm>
          <a:off x="0" y="2699"/>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Introduction to Patch Classification and LLMs </a:t>
          </a:r>
          <a:endParaRPr lang="en-US" sz="3500" kern="1200"/>
        </a:p>
      </dsp:txBody>
      <dsp:txXfrm>
        <a:off x="0" y="2699"/>
        <a:ext cx="8020050" cy="920485"/>
      </dsp:txXfrm>
    </dsp:sp>
    <dsp:sp modelId="{ADF2D350-F205-DC40-9D07-0AA0BEDC9086}">
      <dsp:nvSpPr>
        <dsp:cNvPr id="0" name=""/>
        <dsp:cNvSpPr/>
      </dsp:nvSpPr>
      <dsp:spPr>
        <a:xfrm>
          <a:off x="0" y="923184"/>
          <a:ext cx="8020050" cy="0"/>
        </a:xfrm>
        <a:prstGeom prst="line">
          <a:avLst/>
        </a:prstGeom>
        <a:gradFill rotWithShape="0">
          <a:gsLst>
            <a:gs pos="0">
              <a:schemeClr val="accent2">
                <a:hueOff val="-874839"/>
                <a:satOff val="-1684"/>
                <a:lumOff val="118"/>
                <a:alphaOff val="0"/>
                <a:tint val="94000"/>
                <a:satMod val="100000"/>
                <a:lumMod val="108000"/>
              </a:schemeClr>
            </a:gs>
            <a:gs pos="50000">
              <a:schemeClr val="accent2">
                <a:hueOff val="-874839"/>
                <a:satOff val="-1684"/>
                <a:lumOff val="118"/>
                <a:alphaOff val="0"/>
                <a:tint val="98000"/>
                <a:shade val="100000"/>
                <a:satMod val="100000"/>
                <a:lumMod val="100000"/>
              </a:schemeClr>
            </a:gs>
            <a:gs pos="100000">
              <a:schemeClr val="accent2">
                <a:hueOff val="-874839"/>
                <a:satOff val="-1684"/>
                <a:lumOff val="118"/>
                <a:alphaOff val="0"/>
                <a:shade val="72000"/>
                <a:satMod val="120000"/>
                <a:lumMod val="100000"/>
              </a:schemeClr>
            </a:gs>
          </a:gsLst>
          <a:lin ang="5400000" scaled="0"/>
        </a:gradFill>
        <a:ln w="9525" cap="flat" cmpd="sng" algn="ctr">
          <a:solidFill>
            <a:schemeClr val="accent2">
              <a:hueOff val="-874839"/>
              <a:satOff val="-1684"/>
              <a:lumOff val="118"/>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843A273A-E36B-BE4A-82E2-0B06141627CC}">
      <dsp:nvSpPr>
        <dsp:cNvPr id="0" name=""/>
        <dsp:cNvSpPr/>
      </dsp:nvSpPr>
      <dsp:spPr>
        <a:xfrm>
          <a:off x="0" y="923184"/>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Related Work </a:t>
          </a:r>
          <a:endParaRPr lang="en-US" sz="3500" kern="1200"/>
        </a:p>
      </dsp:txBody>
      <dsp:txXfrm>
        <a:off x="0" y="923184"/>
        <a:ext cx="8020050" cy="920485"/>
      </dsp:txXfrm>
    </dsp:sp>
    <dsp:sp modelId="{ACE943C8-BF2D-414B-9692-E83B331F4432}">
      <dsp:nvSpPr>
        <dsp:cNvPr id="0" name=""/>
        <dsp:cNvSpPr/>
      </dsp:nvSpPr>
      <dsp:spPr>
        <a:xfrm>
          <a:off x="0" y="1843669"/>
          <a:ext cx="8020050" cy="0"/>
        </a:xfrm>
        <a:prstGeom prst="line">
          <a:avLst/>
        </a:prstGeom>
        <a:gradFill rotWithShape="0">
          <a:gsLst>
            <a:gs pos="0">
              <a:schemeClr val="accent2">
                <a:hueOff val="-1749677"/>
                <a:satOff val="-3368"/>
                <a:lumOff val="235"/>
                <a:alphaOff val="0"/>
                <a:tint val="94000"/>
                <a:satMod val="100000"/>
                <a:lumMod val="108000"/>
              </a:schemeClr>
            </a:gs>
            <a:gs pos="50000">
              <a:schemeClr val="accent2">
                <a:hueOff val="-1749677"/>
                <a:satOff val="-3368"/>
                <a:lumOff val="235"/>
                <a:alphaOff val="0"/>
                <a:tint val="98000"/>
                <a:shade val="100000"/>
                <a:satMod val="100000"/>
                <a:lumMod val="100000"/>
              </a:schemeClr>
            </a:gs>
            <a:gs pos="100000">
              <a:schemeClr val="accent2">
                <a:hueOff val="-1749677"/>
                <a:satOff val="-3368"/>
                <a:lumOff val="235"/>
                <a:alphaOff val="0"/>
                <a:shade val="72000"/>
                <a:satMod val="120000"/>
                <a:lumMod val="100000"/>
              </a:schemeClr>
            </a:gs>
          </a:gsLst>
          <a:lin ang="5400000" scaled="0"/>
        </a:gradFill>
        <a:ln w="9525" cap="flat" cmpd="sng" algn="ctr">
          <a:solidFill>
            <a:schemeClr val="accent2">
              <a:hueOff val="-1749677"/>
              <a:satOff val="-3368"/>
              <a:lumOff val="235"/>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6727DBF8-A14B-184E-8764-CD453DA976AE}">
      <dsp:nvSpPr>
        <dsp:cNvPr id="0" name=""/>
        <dsp:cNvSpPr/>
      </dsp:nvSpPr>
      <dsp:spPr>
        <a:xfrm>
          <a:off x="0" y="1843669"/>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Contribution </a:t>
          </a:r>
          <a:endParaRPr lang="en-US" sz="3500" kern="1200"/>
        </a:p>
      </dsp:txBody>
      <dsp:txXfrm>
        <a:off x="0" y="1843669"/>
        <a:ext cx="8020050" cy="920485"/>
      </dsp:txXfrm>
    </dsp:sp>
    <dsp:sp modelId="{BDB2137C-E427-BF4E-9155-FB564E9A06EA}">
      <dsp:nvSpPr>
        <dsp:cNvPr id="0" name=""/>
        <dsp:cNvSpPr/>
      </dsp:nvSpPr>
      <dsp:spPr>
        <a:xfrm>
          <a:off x="0" y="2764154"/>
          <a:ext cx="8020050" cy="0"/>
        </a:xfrm>
        <a:prstGeom prst="line">
          <a:avLst/>
        </a:prstGeom>
        <a:gradFill rotWithShape="0">
          <a:gsLst>
            <a:gs pos="0">
              <a:schemeClr val="accent2">
                <a:hueOff val="-2624515"/>
                <a:satOff val="-5052"/>
                <a:lumOff val="353"/>
                <a:alphaOff val="0"/>
                <a:tint val="94000"/>
                <a:satMod val="100000"/>
                <a:lumMod val="108000"/>
              </a:schemeClr>
            </a:gs>
            <a:gs pos="50000">
              <a:schemeClr val="accent2">
                <a:hueOff val="-2624515"/>
                <a:satOff val="-5052"/>
                <a:lumOff val="353"/>
                <a:alphaOff val="0"/>
                <a:tint val="98000"/>
                <a:shade val="100000"/>
                <a:satMod val="100000"/>
                <a:lumMod val="100000"/>
              </a:schemeClr>
            </a:gs>
            <a:gs pos="100000">
              <a:schemeClr val="accent2">
                <a:hueOff val="-2624515"/>
                <a:satOff val="-5052"/>
                <a:lumOff val="353"/>
                <a:alphaOff val="0"/>
                <a:shade val="72000"/>
                <a:satMod val="120000"/>
                <a:lumMod val="100000"/>
              </a:schemeClr>
            </a:gs>
          </a:gsLst>
          <a:lin ang="5400000" scaled="0"/>
        </a:gradFill>
        <a:ln w="9525" cap="flat" cmpd="sng" algn="ctr">
          <a:solidFill>
            <a:schemeClr val="accent2">
              <a:hueOff val="-2624515"/>
              <a:satOff val="-5052"/>
              <a:lumOff val="353"/>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0756208A-86AC-2443-A6AC-C5E81B214AC2}">
      <dsp:nvSpPr>
        <dsp:cNvPr id="0" name=""/>
        <dsp:cNvSpPr/>
      </dsp:nvSpPr>
      <dsp:spPr>
        <a:xfrm>
          <a:off x="0" y="2764155"/>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Materials and Methods </a:t>
          </a:r>
          <a:endParaRPr lang="en-US" sz="3500" kern="1200"/>
        </a:p>
      </dsp:txBody>
      <dsp:txXfrm>
        <a:off x="0" y="2764155"/>
        <a:ext cx="8020050" cy="920485"/>
      </dsp:txXfrm>
    </dsp:sp>
    <dsp:sp modelId="{F17B8A62-9CF4-D141-8500-974B927639AD}">
      <dsp:nvSpPr>
        <dsp:cNvPr id="0" name=""/>
        <dsp:cNvSpPr/>
      </dsp:nvSpPr>
      <dsp:spPr>
        <a:xfrm>
          <a:off x="0" y="3684640"/>
          <a:ext cx="8020050" cy="0"/>
        </a:xfrm>
        <a:prstGeom prst="line">
          <a:avLst/>
        </a:prstGeom>
        <a:gradFill rotWithShape="0">
          <a:gsLst>
            <a:gs pos="0">
              <a:schemeClr val="accent2">
                <a:hueOff val="-3499354"/>
                <a:satOff val="-6736"/>
                <a:lumOff val="470"/>
                <a:alphaOff val="0"/>
                <a:tint val="94000"/>
                <a:satMod val="100000"/>
                <a:lumMod val="108000"/>
              </a:schemeClr>
            </a:gs>
            <a:gs pos="50000">
              <a:schemeClr val="accent2">
                <a:hueOff val="-3499354"/>
                <a:satOff val="-6736"/>
                <a:lumOff val="470"/>
                <a:alphaOff val="0"/>
                <a:tint val="98000"/>
                <a:shade val="100000"/>
                <a:satMod val="100000"/>
                <a:lumMod val="100000"/>
              </a:schemeClr>
            </a:gs>
            <a:gs pos="100000">
              <a:schemeClr val="accent2">
                <a:hueOff val="-3499354"/>
                <a:satOff val="-6736"/>
                <a:lumOff val="470"/>
                <a:alphaOff val="0"/>
                <a:shade val="72000"/>
                <a:satMod val="120000"/>
                <a:lumMod val="100000"/>
              </a:schemeClr>
            </a:gs>
          </a:gsLst>
          <a:lin ang="5400000" scaled="0"/>
        </a:gradFill>
        <a:ln w="9525" cap="flat" cmpd="sng" algn="ctr">
          <a:solidFill>
            <a:schemeClr val="accent2">
              <a:hueOff val="-3499354"/>
              <a:satOff val="-6736"/>
              <a:lumOff val="470"/>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C574800E-28B9-614E-BE77-BDD10229C237}">
      <dsp:nvSpPr>
        <dsp:cNvPr id="0" name=""/>
        <dsp:cNvSpPr/>
      </dsp:nvSpPr>
      <dsp:spPr>
        <a:xfrm>
          <a:off x="0" y="3684640"/>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Results </a:t>
          </a:r>
          <a:endParaRPr lang="en-US" sz="3500" kern="1200"/>
        </a:p>
      </dsp:txBody>
      <dsp:txXfrm>
        <a:off x="0" y="3684640"/>
        <a:ext cx="8020050" cy="920485"/>
      </dsp:txXfrm>
    </dsp:sp>
    <dsp:sp modelId="{0A527911-04DB-E142-AB54-514EDF54B2A7}">
      <dsp:nvSpPr>
        <dsp:cNvPr id="0" name=""/>
        <dsp:cNvSpPr/>
      </dsp:nvSpPr>
      <dsp:spPr>
        <a:xfrm>
          <a:off x="0" y="4605125"/>
          <a:ext cx="8020050" cy="0"/>
        </a:xfrm>
        <a:prstGeom prst="line">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w="9525" cap="flat" cmpd="sng" algn="ctr">
          <a:solidFill>
            <a:schemeClr val="accent2">
              <a:hueOff val="-4374192"/>
              <a:satOff val="-8420"/>
              <a:lumOff val="588"/>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38F94A77-C506-A047-84F1-3D76640F8B68}">
      <dsp:nvSpPr>
        <dsp:cNvPr id="0" name=""/>
        <dsp:cNvSpPr/>
      </dsp:nvSpPr>
      <dsp:spPr>
        <a:xfrm>
          <a:off x="0" y="4605125"/>
          <a:ext cx="8020050" cy="9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0" i="0" kern="1200" baseline="0"/>
            <a:t>Conclusion and Future Work</a:t>
          </a:r>
          <a:endParaRPr lang="en-US" sz="3500" kern="1200"/>
        </a:p>
      </dsp:txBody>
      <dsp:txXfrm>
        <a:off x="0" y="4605125"/>
        <a:ext cx="8020050" cy="9204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1F109-1CB0-8644-A265-4AE8CFFA3ACD}">
      <dsp:nvSpPr>
        <dsp:cNvPr id="0" name=""/>
        <dsp:cNvSpPr/>
      </dsp:nvSpPr>
      <dsp:spPr>
        <a:xfrm>
          <a:off x="0" y="37846"/>
          <a:ext cx="8020050" cy="1346523"/>
        </a:xfrm>
        <a:prstGeom prst="roundRect">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baseline="0"/>
            <a:t>Code development for a file system does not stop when the system is released. </a:t>
          </a:r>
          <a:endParaRPr lang="en-US" sz="2700" kern="1200"/>
        </a:p>
      </dsp:txBody>
      <dsp:txXfrm>
        <a:off x="65732" y="103578"/>
        <a:ext cx="7888586" cy="1215059"/>
      </dsp:txXfrm>
    </dsp:sp>
    <dsp:sp modelId="{B5090B41-5CF1-6940-989C-A221C27CA1BB}">
      <dsp:nvSpPr>
        <dsp:cNvPr id="0" name=""/>
        <dsp:cNvSpPr/>
      </dsp:nvSpPr>
      <dsp:spPr>
        <a:xfrm>
          <a:off x="0" y="1462130"/>
          <a:ext cx="8020050" cy="1346523"/>
        </a:xfrm>
        <a:prstGeom prst="roundRect">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baseline="0"/>
            <a:t>Patches are necessary for 'bug fixes', 'performance improvements', 'reliability enhancements', and 'adding new features’.</a:t>
          </a:r>
          <a:endParaRPr lang="en-US" sz="2700" kern="1200"/>
        </a:p>
      </dsp:txBody>
      <dsp:txXfrm>
        <a:off x="65732" y="1527862"/>
        <a:ext cx="7888586" cy="1215059"/>
      </dsp:txXfrm>
    </dsp:sp>
    <dsp:sp modelId="{50FBAFC8-D0E9-9245-8EEB-7B5FE1A38AC2}">
      <dsp:nvSpPr>
        <dsp:cNvPr id="0" name=""/>
        <dsp:cNvSpPr/>
      </dsp:nvSpPr>
      <dsp:spPr>
        <a:xfrm>
          <a:off x="0" y="2886414"/>
          <a:ext cx="8020050" cy="1346523"/>
        </a:xfrm>
        <a:prstGeom prst="roundRect">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baseline="0" dirty="0"/>
            <a:t>This study leverages the advanced capabilities of Large Language Models (LLMs):</a:t>
          </a:r>
          <a:endParaRPr lang="en-US" sz="2700" kern="1200" dirty="0"/>
        </a:p>
      </dsp:txBody>
      <dsp:txXfrm>
        <a:off x="65732" y="2952146"/>
        <a:ext cx="7888586" cy="1215059"/>
      </dsp:txXfrm>
    </dsp:sp>
    <dsp:sp modelId="{EC3C4547-63F2-984E-934A-58E8B1CFCCCE}">
      <dsp:nvSpPr>
        <dsp:cNvPr id="0" name=""/>
        <dsp:cNvSpPr/>
      </dsp:nvSpPr>
      <dsp:spPr>
        <a:xfrm>
          <a:off x="0" y="4232938"/>
          <a:ext cx="8020050" cy="1257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637"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kern="1200" baseline="0" dirty="0"/>
            <a:t>automate patch classification, </a:t>
          </a:r>
          <a:endParaRPr lang="en-US" sz="2100" kern="1200" dirty="0"/>
        </a:p>
        <a:p>
          <a:pPr marL="228600" lvl="1" indent="-228600" algn="l" defTabSz="933450">
            <a:lnSpc>
              <a:spcPct val="90000"/>
            </a:lnSpc>
            <a:spcBef>
              <a:spcPct val="0"/>
            </a:spcBef>
            <a:spcAft>
              <a:spcPct val="20000"/>
            </a:spcAft>
            <a:buChar char="•"/>
          </a:pPr>
          <a:r>
            <a:rPr lang="en-US" sz="2100" b="0" i="0" kern="1200" baseline="0" dirty="0"/>
            <a:t>reduce manual effort. </a:t>
          </a:r>
          <a:endParaRPr lang="en-US" sz="2100" kern="1200" dirty="0"/>
        </a:p>
        <a:p>
          <a:pPr marL="228600" lvl="1" indent="-228600" algn="l" defTabSz="933450">
            <a:lnSpc>
              <a:spcPct val="90000"/>
            </a:lnSpc>
            <a:spcBef>
              <a:spcPct val="0"/>
            </a:spcBef>
            <a:spcAft>
              <a:spcPct val="20000"/>
            </a:spcAft>
            <a:buChar char="•"/>
          </a:pPr>
          <a:r>
            <a:rPr lang="en-US" sz="2100" b="0" i="0" kern="1200" baseline="0" dirty="0"/>
            <a:t>developers can enhance code management and optimize the development cycle.</a:t>
          </a:r>
          <a:endParaRPr lang="en-US" sz="2100" kern="1200" dirty="0"/>
        </a:p>
      </dsp:txBody>
      <dsp:txXfrm>
        <a:off x="0" y="4232938"/>
        <a:ext cx="8020050" cy="12575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FF3420-510E-461D-AE36-735C5B6BAEEE}">
      <dsp:nvSpPr>
        <dsp:cNvPr id="0" name=""/>
        <dsp:cNvSpPr/>
      </dsp:nvSpPr>
      <dsp:spPr>
        <a:xfrm>
          <a:off x="0" y="4318"/>
          <a:ext cx="8020050" cy="919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31B87C-CDC1-40D2-BA50-E702682E3EC5}">
      <dsp:nvSpPr>
        <dsp:cNvPr id="0" name=""/>
        <dsp:cNvSpPr/>
      </dsp:nvSpPr>
      <dsp:spPr>
        <a:xfrm>
          <a:off x="278283" y="211306"/>
          <a:ext cx="505969" cy="5059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E3B96B-36E1-4E9E-B19E-C1D1DC47F028}">
      <dsp:nvSpPr>
        <dsp:cNvPr id="0" name=""/>
        <dsp:cNvSpPr/>
      </dsp:nvSpPr>
      <dsp:spPr>
        <a:xfrm>
          <a:off x="1062536" y="4318"/>
          <a:ext cx="6957513" cy="91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61" tIns="97361" rIns="97361" bIns="97361" numCol="1" spcCol="1270" anchor="ctr" anchorCtr="0">
          <a:noAutofit/>
        </a:bodyPr>
        <a:lstStyle/>
        <a:p>
          <a:pPr marL="0" lvl="0" indent="0" algn="l" defTabSz="711200">
            <a:lnSpc>
              <a:spcPct val="90000"/>
            </a:lnSpc>
            <a:spcBef>
              <a:spcPct val="0"/>
            </a:spcBef>
            <a:spcAft>
              <a:spcPct val="35000"/>
            </a:spcAft>
            <a:buNone/>
          </a:pPr>
          <a:r>
            <a:rPr lang="en-US" sz="1600" b="1" i="0" kern="1200"/>
            <a:t>Definition</a:t>
          </a:r>
          <a:r>
            <a:rPr lang="en-US" sz="1600" b="0" i="0" kern="1200"/>
            <a:t>: A file system is a method used by operating systems to organize, store, and manage data on storage devices like hard drives, SSDs, or USB drives. It acts as a framework that controls how data is named, accessed, and retrieved.</a:t>
          </a:r>
          <a:endParaRPr lang="en-US" sz="1600" kern="1200"/>
        </a:p>
      </dsp:txBody>
      <dsp:txXfrm>
        <a:off x="1062536" y="4318"/>
        <a:ext cx="6957513" cy="919945"/>
      </dsp:txXfrm>
    </dsp:sp>
    <dsp:sp modelId="{0B252449-544D-4704-AC74-48601CF6D408}">
      <dsp:nvSpPr>
        <dsp:cNvPr id="0" name=""/>
        <dsp:cNvSpPr/>
      </dsp:nvSpPr>
      <dsp:spPr>
        <a:xfrm>
          <a:off x="0" y="1154250"/>
          <a:ext cx="8020050" cy="919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B68B9-8F59-4308-A1AB-F8DD0F235201}">
      <dsp:nvSpPr>
        <dsp:cNvPr id="0" name=""/>
        <dsp:cNvSpPr/>
      </dsp:nvSpPr>
      <dsp:spPr>
        <a:xfrm>
          <a:off x="278283" y="1361238"/>
          <a:ext cx="505969" cy="5059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B90BAE-FF14-48BF-B75F-1BA3A2384601}">
      <dsp:nvSpPr>
        <dsp:cNvPr id="0" name=""/>
        <dsp:cNvSpPr/>
      </dsp:nvSpPr>
      <dsp:spPr>
        <a:xfrm>
          <a:off x="1062536" y="1154250"/>
          <a:ext cx="6957513" cy="91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61" tIns="97361" rIns="97361" bIns="97361" numCol="1" spcCol="1270" anchor="ctr" anchorCtr="0">
          <a:noAutofit/>
        </a:bodyPr>
        <a:lstStyle/>
        <a:p>
          <a:pPr marL="0" lvl="0" indent="0" algn="l" defTabSz="711200">
            <a:lnSpc>
              <a:spcPct val="90000"/>
            </a:lnSpc>
            <a:spcBef>
              <a:spcPct val="0"/>
            </a:spcBef>
            <a:spcAft>
              <a:spcPct val="35000"/>
            </a:spcAft>
            <a:buNone/>
          </a:pPr>
          <a:r>
            <a:rPr lang="en-US" sz="1600" b="1" i="0" kern="1200"/>
            <a:t>Purpose</a:t>
          </a:r>
          <a:r>
            <a:rPr lang="en-US" sz="1600" b="0" i="0" kern="1200"/>
            <a:t>: File systems enable users and applications to create, read, update, and delete files efficiently. They provide a structured way to keep track of files and directories (folders) on a storage medium.</a:t>
          </a:r>
          <a:endParaRPr lang="en-US" sz="1600" kern="1200"/>
        </a:p>
      </dsp:txBody>
      <dsp:txXfrm>
        <a:off x="1062536" y="1154250"/>
        <a:ext cx="6957513" cy="919945"/>
      </dsp:txXfrm>
    </dsp:sp>
    <dsp:sp modelId="{FD6C68BA-4BA4-4734-A951-A3CD327C5080}">
      <dsp:nvSpPr>
        <dsp:cNvPr id="0" name=""/>
        <dsp:cNvSpPr/>
      </dsp:nvSpPr>
      <dsp:spPr>
        <a:xfrm>
          <a:off x="0" y="2304182"/>
          <a:ext cx="8020050" cy="919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4080ED-7B73-4C88-AA39-46BDDA72C8C1}">
      <dsp:nvSpPr>
        <dsp:cNvPr id="0" name=""/>
        <dsp:cNvSpPr/>
      </dsp:nvSpPr>
      <dsp:spPr>
        <a:xfrm>
          <a:off x="278283" y="2511170"/>
          <a:ext cx="505969" cy="5059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453DC3-9DE3-4050-BBB5-AD9BC3D8FE4F}">
      <dsp:nvSpPr>
        <dsp:cNvPr id="0" name=""/>
        <dsp:cNvSpPr/>
      </dsp:nvSpPr>
      <dsp:spPr>
        <a:xfrm>
          <a:off x="1062536" y="2304182"/>
          <a:ext cx="6957513" cy="91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61" tIns="97361" rIns="97361" bIns="97361" numCol="1" spcCol="1270" anchor="ctr" anchorCtr="0">
          <a:noAutofit/>
        </a:bodyPr>
        <a:lstStyle/>
        <a:p>
          <a:pPr marL="0" lvl="0" indent="0" algn="l" defTabSz="711200">
            <a:lnSpc>
              <a:spcPct val="90000"/>
            </a:lnSpc>
            <a:spcBef>
              <a:spcPct val="0"/>
            </a:spcBef>
            <a:spcAft>
              <a:spcPct val="35000"/>
            </a:spcAft>
            <a:buNone/>
          </a:pPr>
          <a:r>
            <a:rPr lang="en-US" sz="1600" b="1" i="0" kern="1200"/>
            <a:t>Components</a:t>
          </a:r>
          <a:r>
            <a:rPr lang="en-US" sz="1600" b="0" i="0" kern="1200"/>
            <a:t>: A file system typically includes files (which store data), directories (to organize files), and metadata (information about files, such as size, location, and permissions).</a:t>
          </a:r>
          <a:endParaRPr lang="en-US" sz="1600" kern="1200"/>
        </a:p>
      </dsp:txBody>
      <dsp:txXfrm>
        <a:off x="1062536" y="2304182"/>
        <a:ext cx="6957513" cy="919945"/>
      </dsp:txXfrm>
    </dsp:sp>
    <dsp:sp modelId="{2773BEA7-F6FE-4E90-BB6E-867E3B829184}">
      <dsp:nvSpPr>
        <dsp:cNvPr id="0" name=""/>
        <dsp:cNvSpPr/>
      </dsp:nvSpPr>
      <dsp:spPr>
        <a:xfrm>
          <a:off x="0" y="3454114"/>
          <a:ext cx="8020050" cy="919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4FAF64-62D5-4AF5-9B51-2D665E808547}">
      <dsp:nvSpPr>
        <dsp:cNvPr id="0" name=""/>
        <dsp:cNvSpPr/>
      </dsp:nvSpPr>
      <dsp:spPr>
        <a:xfrm>
          <a:off x="278283" y="3661101"/>
          <a:ext cx="505969" cy="5059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C35825-F9CF-42A3-86B6-2469E3FB5EF5}">
      <dsp:nvSpPr>
        <dsp:cNvPr id="0" name=""/>
        <dsp:cNvSpPr/>
      </dsp:nvSpPr>
      <dsp:spPr>
        <a:xfrm>
          <a:off x="1062536" y="3454114"/>
          <a:ext cx="6957513" cy="91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61" tIns="97361" rIns="97361" bIns="97361" numCol="1" spcCol="1270" anchor="ctr" anchorCtr="0">
          <a:noAutofit/>
        </a:bodyPr>
        <a:lstStyle/>
        <a:p>
          <a:pPr marL="0" lvl="0" indent="0" algn="l" defTabSz="711200">
            <a:lnSpc>
              <a:spcPct val="90000"/>
            </a:lnSpc>
            <a:spcBef>
              <a:spcPct val="0"/>
            </a:spcBef>
            <a:spcAft>
              <a:spcPct val="35000"/>
            </a:spcAft>
            <a:buNone/>
          </a:pPr>
          <a:r>
            <a:rPr lang="en-US" sz="1600" b="1" i="0" kern="1200"/>
            <a:t>Examples</a:t>
          </a:r>
          <a:r>
            <a:rPr lang="en-US" sz="1600" b="0" i="0" kern="1200"/>
            <a:t>: Common file systems include NTFS (used by Windows), ext4 (common in Linux), and FAT32 (widely used for USB drives). Each has unique features like support for large files, security, or compatibility.</a:t>
          </a:r>
          <a:endParaRPr lang="en-US" sz="1600" kern="1200"/>
        </a:p>
      </dsp:txBody>
      <dsp:txXfrm>
        <a:off x="1062536" y="3454114"/>
        <a:ext cx="6957513" cy="919945"/>
      </dsp:txXfrm>
    </dsp:sp>
    <dsp:sp modelId="{62676294-A1DB-4321-86B2-464F45F6F353}">
      <dsp:nvSpPr>
        <dsp:cNvPr id="0" name=""/>
        <dsp:cNvSpPr/>
      </dsp:nvSpPr>
      <dsp:spPr>
        <a:xfrm>
          <a:off x="0" y="4604045"/>
          <a:ext cx="8020050" cy="919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72032A-BE5C-4133-9C16-ABB2DBDF32FD}">
      <dsp:nvSpPr>
        <dsp:cNvPr id="0" name=""/>
        <dsp:cNvSpPr/>
      </dsp:nvSpPr>
      <dsp:spPr>
        <a:xfrm>
          <a:off x="278283" y="4811033"/>
          <a:ext cx="505969" cy="5059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A3509E-F799-40E1-BCD6-F5CA16A2F73F}">
      <dsp:nvSpPr>
        <dsp:cNvPr id="0" name=""/>
        <dsp:cNvSpPr/>
      </dsp:nvSpPr>
      <dsp:spPr>
        <a:xfrm>
          <a:off x="1062536" y="4604045"/>
          <a:ext cx="6957513" cy="919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361" tIns="97361" rIns="97361" bIns="97361" numCol="1" spcCol="1270" anchor="ctr" anchorCtr="0">
          <a:noAutofit/>
        </a:bodyPr>
        <a:lstStyle/>
        <a:p>
          <a:pPr marL="0" lvl="0" indent="0" algn="l" defTabSz="711200">
            <a:lnSpc>
              <a:spcPct val="90000"/>
            </a:lnSpc>
            <a:spcBef>
              <a:spcPct val="0"/>
            </a:spcBef>
            <a:spcAft>
              <a:spcPct val="35000"/>
            </a:spcAft>
            <a:buNone/>
          </a:pPr>
          <a:r>
            <a:rPr lang="en-US" sz="1600" b="1" i="0" kern="1200"/>
            <a:t>Functionality</a:t>
          </a:r>
          <a:r>
            <a:rPr lang="en-US" sz="1600" b="0" i="0" kern="1200"/>
            <a:t>: File systems handle tasks like allocating space for files, ensuring data integrity, and managing access rights, making them essential for efficient data management on any device.</a:t>
          </a:r>
          <a:endParaRPr lang="en-US" sz="1600" kern="1200"/>
        </a:p>
      </dsp:txBody>
      <dsp:txXfrm>
        <a:off x="1062536" y="4604045"/>
        <a:ext cx="6957513" cy="9199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EA7AD-6FAE-F94E-AFC5-C4FF169F5BFB}">
      <dsp:nvSpPr>
        <dsp:cNvPr id="0" name=""/>
        <dsp:cNvSpPr/>
      </dsp:nvSpPr>
      <dsp:spPr>
        <a:xfrm>
          <a:off x="0" y="2666"/>
          <a:ext cx="7026498" cy="1088100"/>
        </a:xfrm>
        <a:prstGeom prst="roundRect">
          <a:avLst/>
        </a:prstGeom>
        <a:gradFill rotWithShape="0">
          <a:gsLst>
            <a:gs pos="0">
              <a:schemeClr val="accent5">
                <a:hueOff val="0"/>
                <a:satOff val="0"/>
                <a:lumOff val="0"/>
                <a:alphaOff val="0"/>
                <a:tint val="94000"/>
                <a:satMod val="100000"/>
                <a:lumMod val="108000"/>
              </a:schemeClr>
            </a:gs>
            <a:gs pos="50000">
              <a:schemeClr val="accent5">
                <a:hueOff val="0"/>
                <a:satOff val="0"/>
                <a:lumOff val="0"/>
                <a:alphaOff val="0"/>
                <a:tint val="98000"/>
                <a:shade val="100000"/>
                <a:satMod val="100000"/>
                <a:lumMod val="100000"/>
              </a:schemeClr>
            </a:gs>
            <a:gs pos="100000">
              <a:schemeClr val="accent5">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It</a:t>
          </a:r>
          <a:r>
            <a:rPr lang="en-US" sz="3000" kern="1200" baseline="0" dirty="0"/>
            <a:t> has been shown that bug evolution plots do not converge. </a:t>
          </a:r>
          <a:endParaRPr lang="en-US" sz="3000" kern="1200" dirty="0"/>
        </a:p>
      </dsp:txBody>
      <dsp:txXfrm>
        <a:off x="53117" y="55783"/>
        <a:ext cx="6920264" cy="981866"/>
      </dsp:txXfrm>
    </dsp:sp>
    <dsp:sp modelId="{9E794BDA-DD62-EA45-8BA2-0ECE93BDD989}">
      <dsp:nvSpPr>
        <dsp:cNvPr id="0" name=""/>
        <dsp:cNvSpPr/>
      </dsp:nvSpPr>
      <dsp:spPr>
        <a:xfrm>
          <a:off x="0" y="1177166"/>
          <a:ext cx="7026498" cy="1088100"/>
        </a:xfrm>
        <a:prstGeom prst="roundRect">
          <a:avLst/>
        </a:prstGeom>
        <a:gradFill rotWithShape="0">
          <a:gsLst>
            <a:gs pos="0">
              <a:schemeClr val="accent5">
                <a:hueOff val="0"/>
                <a:satOff val="0"/>
                <a:lumOff val="0"/>
                <a:alphaOff val="0"/>
                <a:tint val="94000"/>
                <a:satMod val="100000"/>
                <a:lumMod val="108000"/>
              </a:schemeClr>
            </a:gs>
            <a:gs pos="50000">
              <a:schemeClr val="accent5">
                <a:hueOff val="0"/>
                <a:satOff val="0"/>
                <a:lumOff val="0"/>
                <a:alphaOff val="0"/>
                <a:tint val="98000"/>
                <a:shade val="100000"/>
                <a:satMod val="100000"/>
                <a:lumMod val="100000"/>
              </a:schemeClr>
            </a:gs>
            <a:gs pos="100000">
              <a:schemeClr val="accent5">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This</a:t>
          </a:r>
          <a:r>
            <a:rPr lang="en-US" sz="3000" kern="1200" baseline="0" dirty="0"/>
            <a:t> means that there is need for further analysis into bug patterns.</a:t>
          </a:r>
          <a:endParaRPr lang="en-US" sz="3000" kern="1200" dirty="0"/>
        </a:p>
      </dsp:txBody>
      <dsp:txXfrm>
        <a:off x="53117" y="1230283"/>
        <a:ext cx="6920264" cy="981866"/>
      </dsp:txXfrm>
    </dsp:sp>
    <dsp:sp modelId="{1F219D36-920F-4C47-BB2B-293CD2BE76FD}">
      <dsp:nvSpPr>
        <dsp:cNvPr id="0" name=""/>
        <dsp:cNvSpPr/>
      </dsp:nvSpPr>
      <dsp:spPr>
        <a:xfrm>
          <a:off x="0" y="2351666"/>
          <a:ext cx="7026498" cy="1088100"/>
        </a:xfrm>
        <a:prstGeom prst="roundRect">
          <a:avLst/>
        </a:prstGeom>
        <a:gradFill rotWithShape="0">
          <a:gsLst>
            <a:gs pos="0">
              <a:schemeClr val="accent5">
                <a:hueOff val="0"/>
                <a:satOff val="0"/>
                <a:lumOff val="0"/>
                <a:alphaOff val="0"/>
                <a:tint val="94000"/>
                <a:satMod val="100000"/>
                <a:lumMod val="108000"/>
              </a:schemeClr>
            </a:gs>
            <a:gs pos="50000">
              <a:schemeClr val="accent5">
                <a:hueOff val="0"/>
                <a:satOff val="0"/>
                <a:lumOff val="0"/>
                <a:alphaOff val="0"/>
                <a:tint val="98000"/>
                <a:shade val="100000"/>
                <a:satMod val="100000"/>
                <a:lumMod val="100000"/>
              </a:schemeClr>
            </a:gs>
            <a:gs pos="100000">
              <a:schemeClr val="accent5">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Insights into the bug patterns may help developers reducing the bug occurrences.</a:t>
          </a:r>
        </a:p>
      </dsp:txBody>
      <dsp:txXfrm>
        <a:off x="53117" y="2404783"/>
        <a:ext cx="6920264" cy="981866"/>
      </dsp:txXfrm>
    </dsp:sp>
    <dsp:sp modelId="{F6E1A77A-E419-2242-A2AF-537EED04CD84}">
      <dsp:nvSpPr>
        <dsp:cNvPr id="0" name=""/>
        <dsp:cNvSpPr/>
      </dsp:nvSpPr>
      <dsp:spPr>
        <a:xfrm>
          <a:off x="0" y="3526166"/>
          <a:ext cx="7026498" cy="1088100"/>
        </a:xfrm>
        <a:prstGeom prst="roundRect">
          <a:avLst/>
        </a:prstGeom>
        <a:gradFill rotWithShape="0">
          <a:gsLst>
            <a:gs pos="0">
              <a:schemeClr val="accent5">
                <a:hueOff val="0"/>
                <a:satOff val="0"/>
                <a:lumOff val="0"/>
                <a:alphaOff val="0"/>
                <a:tint val="94000"/>
                <a:satMod val="100000"/>
                <a:lumMod val="108000"/>
              </a:schemeClr>
            </a:gs>
            <a:gs pos="50000">
              <a:schemeClr val="accent5">
                <a:hueOff val="0"/>
                <a:satOff val="0"/>
                <a:lumOff val="0"/>
                <a:alphaOff val="0"/>
                <a:tint val="98000"/>
                <a:shade val="100000"/>
                <a:satMod val="100000"/>
                <a:lumMod val="100000"/>
              </a:schemeClr>
            </a:gs>
            <a:gs pos="100000">
              <a:schemeClr val="accent5">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Generating these insights takes a lot of manual effort and could be automated.</a:t>
          </a:r>
        </a:p>
      </dsp:txBody>
      <dsp:txXfrm>
        <a:off x="53117" y="3579283"/>
        <a:ext cx="6920264" cy="9818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D2AB4-C24F-AC42-B60A-E5DC5D30C796}">
      <dsp:nvSpPr>
        <dsp:cNvPr id="0" name=""/>
        <dsp:cNvSpPr/>
      </dsp:nvSpPr>
      <dsp:spPr>
        <a:xfrm>
          <a:off x="0" y="149475"/>
          <a:ext cx="8020050" cy="616004"/>
        </a:xfrm>
        <a:prstGeom prst="roundRect">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a:t>Study by Lu et al. (2013)</a:t>
          </a:r>
          <a:endParaRPr lang="en-US" sz="2700" kern="1200"/>
        </a:p>
      </dsp:txBody>
      <dsp:txXfrm>
        <a:off x="30071" y="179546"/>
        <a:ext cx="7959908" cy="555862"/>
      </dsp:txXfrm>
    </dsp:sp>
    <dsp:sp modelId="{104C4101-7FD9-8940-8F4F-9B4DEC381A10}">
      <dsp:nvSpPr>
        <dsp:cNvPr id="0" name=""/>
        <dsp:cNvSpPr/>
      </dsp:nvSpPr>
      <dsp:spPr>
        <a:xfrm>
          <a:off x="0" y="765480"/>
          <a:ext cx="8020050" cy="86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637"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kern="1200"/>
            <a:t>Conducted on 5,079 patches over eight years, providing insights into the development lifecycle of Linux file systems. This study reveals the ongoing necessity of understanding dominant patch classes.</a:t>
          </a:r>
          <a:endParaRPr lang="en-US" sz="2100" kern="1200"/>
        </a:p>
      </dsp:txBody>
      <dsp:txXfrm>
        <a:off x="0" y="765480"/>
        <a:ext cx="8020050" cy="866295"/>
      </dsp:txXfrm>
    </dsp:sp>
    <dsp:sp modelId="{27BCDBC7-C51C-7543-A352-3C4FC8C55A2C}">
      <dsp:nvSpPr>
        <dsp:cNvPr id="0" name=""/>
        <dsp:cNvSpPr/>
      </dsp:nvSpPr>
      <dsp:spPr>
        <a:xfrm>
          <a:off x="0" y="1631775"/>
          <a:ext cx="8020050" cy="616004"/>
        </a:xfrm>
        <a:prstGeom prst="roundRect">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a:t>LLMs and Text/Code Classification</a:t>
          </a:r>
          <a:endParaRPr lang="en-US" sz="2700" kern="1200"/>
        </a:p>
      </dsp:txBody>
      <dsp:txXfrm>
        <a:off x="30071" y="1661846"/>
        <a:ext cx="7959908" cy="555862"/>
      </dsp:txXfrm>
    </dsp:sp>
    <dsp:sp modelId="{F1BA3148-1D2A-904E-866D-BF85E8173B21}">
      <dsp:nvSpPr>
        <dsp:cNvPr id="0" name=""/>
        <dsp:cNvSpPr/>
      </dsp:nvSpPr>
      <dsp:spPr>
        <a:xfrm>
          <a:off x="0" y="2247780"/>
          <a:ext cx="8020050" cy="139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637"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kern="1200"/>
            <a:t>Techniques like the Clue And Reasoning Prompting (CARP) method enhance LLMs for text classification, achieving state-of-the-art results on benchmarks like SST-2 and AGNews. LLM4PatchCorrect framework assesses patch correctness by using LLMs, achieving significant accuracy.</a:t>
          </a:r>
          <a:endParaRPr lang="en-US" sz="2100" kern="1200"/>
        </a:p>
      </dsp:txBody>
      <dsp:txXfrm>
        <a:off x="0" y="2247780"/>
        <a:ext cx="8020050" cy="1397250"/>
      </dsp:txXfrm>
    </dsp:sp>
    <dsp:sp modelId="{A6B4D8C9-CF2E-FC40-859F-B6147B83F741}">
      <dsp:nvSpPr>
        <dsp:cNvPr id="0" name=""/>
        <dsp:cNvSpPr/>
      </dsp:nvSpPr>
      <dsp:spPr>
        <a:xfrm>
          <a:off x="0" y="3645030"/>
          <a:ext cx="8020050" cy="616004"/>
        </a:xfrm>
        <a:prstGeom prst="roundRect">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0" kern="1200"/>
            <a:t>Data Collection and Processing</a:t>
          </a:r>
          <a:endParaRPr lang="en-US" sz="2700" kern="1200"/>
        </a:p>
      </dsp:txBody>
      <dsp:txXfrm>
        <a:off x="30071" y="3675101"/>
        <a:ext cx="7959908" cy="555862"/>
      </dsp:txXfrm>
    </dsp:sp>
    <dsp:sp modelId="{CF152155-A6C2-724A-9919-E663B327351E}">
      <dsp:nvSpPr>
        <dsp:cNvPr id="0" name=""/>
        <dsp:cNvSpPr/>
      </dsp:nvSpPr>
      <dsp:spPr>
        <a:xfrm>
          <a:off x="0" y="4261035"/>
          <a:ext cx="8020050" cy="1117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637"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b="0" i="0" kern="1200" dirty="0"/>
            <a:t>LLMs have automated data extraction from scientific texts, achieving high F1 scores through fine-tuned models like GPT-3 and Llama-2. LLMDA model identifies security patches, contributing to this research by classifying various patch types.</a:t>
          </a:r>
          <a:endParaRPr lang="en-US" sz="2100" kern="1200" dirty="0"/>
        </a:p>
      </dsp:txBody>
      <dsp:txXfrm>
        <a:off x="0" y="4261035"/>
        <a:ext cx="8020050" cy="11177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C28036-E92B-462A-9722-A9969F0DBB74}">
      <dsp:nvSpPr>
        <dsp:cNvPr id="0" name=""/>
        <dsp:cNvSpPr/>
      </dsp:nvSpPr>
      <dsp:spPr>
        <a:xfrm>
          <a:off x="0" y="898350"/>
          <a:ext cx="8020050" cy="16584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0444E6-6D9A-4AEE-9EE7-D0B8CFE2F4B1}">
      <dsp:nvSpPr>
        <dsp:cNvPr id="0" name=""/>
        <dsp:cNvSpPr/>
      </dsp:nvSpPr>
      <dsp:spPr>
        <a:xfrm>
          <a:off x="501694" y="1271511"/>
          <a:ext cx="912171" cy="9121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FFD6C5-9C65-4556-ABB2-A83FCCEEC90D}">
      <dsp:nvSpPr>
        <dsp:cNvPr id="0" name=""/>
        <dsp:cNvSpPr/>
      </dsp:nvSpPr>
      <dsp:spPr>
        <a:xfrm>
          <a:off x="1915559" y="898350"/>
          <a:ext cx="6104490" cy="1658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524" tIns="175524" rIns="175524" bIns="175524" numCol="1" spcCol="1270" anchor="ctr" anchorCtr="0">
          <a:noAutofit/>
        </a:bodyPr>
        <a:lstStyle/>
        <a:p>
          <a:pPr marL="0" lvl="0" indent="0" algn="l" defTabSz="1111250">
            <a:lnSpc>
              <a:spcPct val="90000"/>
            </a:lnSpc>
            <a:spcBef>
              <a:spcPct val="0"/>
            </a:spcBef>
            <a:spcAft>
              <a:spcPct val="35000"/>
            </a:spcAft>
            <a:buNone/>
          </a:pPr>
          <a:r>
            <a:rPr lang="en-US" sz="2500" b="0" i="0" kern="1200" baseline="0" dirty="0"/>
            <a:t>This work shows the value of LLMs for deriving insights from the code developmental cycle.</a:t>
          </a:r>
          <a:endParaRPr lang="en-US" sz="2500" kern="1200" dirty="0"/>
        </a:p>
      </dsp:txBody>
      <dsp:txXfrm>
        <a:off x="1915559" y="898350"/>
        <a:ext cx="6104490" cy="1658492"/>
      </dsp:txXfrm>
    </dsp:sp>
    <dsp:sp modelId="{80ABC6C7-7840-49D4-B196-7EC5EAF86585}">
      <dsp:nvSpPr>
        <dsp:cNvPr id="0" name=""/>
        <dsp:cNvSpPr/>
      </dsp:nvSpPr>
      <dsp:spPr>
        <a:xfrm>
          <a:off x="0" y="2971466"/>
          <a:ext cx="8020050" cy="165849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875DC1-A594-42F2-AAF7-A92F5A1BF5BC}">
      <dsp:nvSpPr>
        <dsp:cNvPr id="0" name=""/>
        <dsp:cNvSpPr/>
      </dsp:nvSpPr>
      <dsp:spPr>
        <a:xfrm>
          <a:off x="501694" y="3344627"/>
          <a:ext cx="912171" cy="9121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76469C-548F-4B18-A916-0B05EEDCED3C}">
      <dsp:nvSpPr>
        <dsp:cNvPr id="0" name=""/>
        <dsp:cNvSpPr/>
      </dsp:nvSpPr>
      <dsp:spPr>
        <a:xfrm>
          <a:off x="1915559" y="2971466"/>
          <a:ext cx="6104490" cy="16584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524" tIns="175524" rIns="175524" bIns="175524" numCol="1" spcCol="1270" anchor="ctr" anchorCtr="0">
          <a:noAutofit/>
        </a:bodyPr>
        <a:lstStyle/>
        <a:p>
          <a:pPr marL="0" lvl="0" indent="0" algn="l" defTabSz="1111250">
            <a:lnSpc>
              <a:spcPct val="90000"/>
            </a:lnSpc>
            <a:spcBef>
              <a:spcPct val="0"/>
            </a:spcBef>
            <a:spcAft>
              <a:spcPct val="35000"/>
            </a:spcAft>
            <a:buNone/>
          </a:pPr>
          <a:r>
            <a:rPr lang="en-US" sz="2500" b="0" i="0" kern="1200" baseline="0"/>
            <a:t>It also addresses data collection and processing using agentic AI, as discussed in recent studies, showcasing the reduced manual effort required.</a:t>
          </a:r>
          <a:endParaRPr lang="en-US" sz="2500" kern="1200"/>
        </a:p>
      </dsp:txBody>
      <dsp:txXfrm>
        <a:off x="1915559" y="2971466"/>
        <a:ext cx="6104490" cy="16584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951BAB-1584-B541-BD1F-959CFF88F89A}">
      <dsp:nvSpPr>
        <dsp:cNvPr id="0" name=""/>
        <dsp:cNvSpPr/>
      </dsp:nvSpPr>
      <dsp:spPr>
        <a:xfrm>
          <a:off x="0" y="396660"/>
          <a:ext cx="8020050" cy="101745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2445" tIns="395732" rIns="622445"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Utilizes the Linux </a:t>
          </a:r>
          <a:r>
            <a:rPr lang="en-US" sz="1900" b="0" i="0" kern="1200" dirty="0" err="1"/>
            <a:t>PatchDB</a:t>
          </a:r>
          <a:r>
            <a:rPr lang="en-US" sz="1900" b="0" i="0" kern="1200" dirty="0"/>
            <a:t> dataset from 'A Study of Linux File System Evolution', consisting of 5,079 patches from major Linux file systems. </a:t>
          </a:r>
          <a:endParaRPr lang="en-US" sz="1900" kern="1200" dirty="0"/>
        </a:p>
      </dsp:txBody>
      <dsp:txXfrm>
        <a:off x="0" y="396660"/>
        <a:ext cx="8020050" cy="1017450"/>
      </dsp:txXfrm>
    </dsp:sp>
    <dsp:sp modelId="{FA25FFB4-E607-0B44-921C-EFC04563CC6D}">
      <dsp:nvSpPr>
        <dsp:cNvPr id="0" name=""/>
        <dsp:cNvSpPr/>
      </dsp:nvSpPr>
      <dsp:spPr>
        <a:xfrm>
          <a:off x="401002" y="116220"/>
          <a:ext cx="5614035" cy="560879"/>
        </a:xfrm>
        <a:prstGeom prst="roundRect">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2197" tIns="0" rIns="212197" bIns="0" numCol="1" spcCol="1270" anchor="ctr" anchorCtr="0">
          <a:noAutofit/>
        </a:bodyPr>
        <a:lstStyle/>
        <a:p>
          <a:pPr marL="0" lvl="0" indent="0" algn="l" defTabSz="844550">
            <a:lnSpc>
              <a:spcPct val="90000"/>
            </a:lnSpc>
            <a:spcBef>
              <a:spcPct val="0"/>
            </a:spcBef>
            <a:spcAft>
              <a:spcPct val="35000"/>
            </a:spcAft>
            <a:buNone/>
          </a:pPr>
          <a:r>
            <a:rPr lang="en-US" sz="1900" b="1" i="0" kern="1200"/>
            <a:t>Dataset Overview</a:t>
          </a:r>
          <a:endParaRPr lang="en-US" sz="1900" kern="1200"/>
        </a:p>
      </dsp:txBody>
      <dsp:txXfrm>
        <a:off x="428382" y="143600"/>
        <a:ext cx="5559275" cy="506119"/>
      </dsp:txXfrm>
    </dsp:sp>
    <dsp:sp modelId="{DB2158E3-AED1-F448-B58E-8A4976A7F8FA}">
      <dsp:nvSpPr>
        <dsp:cNvPr id="0" name=""/>
        <dsp:cNvSpPr/>
      </dsp:nvSpPr>
      <dsp:spPr>
        <a:xfrm>
          <a:off x="0" y="1797150"/>
          <a:ext cx="8020050" cy="1496249"/>
        </a:xfrm>
        <a:prstGeom prst="rect">
          <a:avLst/>
        </a:prstGeom>
        <a:solidFill>
          <a:schemeClr val="lt1">
            <a:alpha val="90000"/>
            <a:hueOff val="0"/>
            <a:satOff val="0"/>
            <a:lumOff val="0"/>
            <a:alphaOff val="0"/>
          </a:schemeClr>
        </a:solidFill>
        <a:ln w="9525" cap="flat" cmpd="sng" algn="ctr">
          <a:solidFill>
            <a:schemeClr val="accent2">
              <a:hueOff val="-2187096"/>
              <a:satOff val="-4210"/>
              <a:lumOff val="29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2445" tIns="395732" rIns="622445"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Involves encoding categorical variables and normalizing numerical features. Text-based features are processed using a pre-trained BERT model to generate 768-dimensional embeddings, converting textual metadata into dense vector representations for classification.</a:t>
          </a:r>
          <a:endParaRPr lang="en-US" sz="1900" kern="1200" dirty="0"/>
        </a:p>
      </dsp:txBody>
      <dsp:txXfrm>
        <a:off x="0" y="1797150"/>
        <a:ext cx="8020050" cy="1496249"/>
      </dsp:txXfrm>
    </dsp:sp>
    <dsp:sp modelId="{8B1D956A-934A-D149-AA69-5726AED3134C}">
      <dsp:nvSpPr>
        <dsp:cNvPr id="0" name=""/>
        <dsp:cNvSpPr/>
      </dsp:nvSpPr>
      <dsp:spPr>
        <a:xfrm>
          <a:off x="401002" y="1516710"/>
          <a:ext cx="5614035" cy="560879"/>
        </a:xfrm>
        <a:prstGeom prst="roundRect">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2197" tIns="0" rIns="212197" bIns="0" numCol="1" spcCol="1270" anchor="ctr" anchorCtr="0">
          <a:noAutofit/>
        </a:bodyPr>
        <a:lstStyle/>
        <a:p>
          <a:pPr marL="0" lvl="0" indent="0" algn="l" defTabSz="844550">
            <a:lnSpc>
              <a:spcPct val="90000"/>
            </a:lnSpc>
            <a:spcBef>
              <a:spcPct val="0"/>
            </a:spcBef>
            <a:spcAft>
              <a:spcPct val="35000"/>
            </a:spcAft>
            <a:buNone/>
          </a:pPr>
          <a:r>
            <a:rPr lang="en-US" sz="1900" b="1" i="0" kern="1200"/>
            <a:t>Data Preprocessing</a:t>
          </a:r>
          <a:endParaRPr lang="en-US" sz="1900" kern="1200"/>
        </a:p>
      </dsp:txBody>
      <dsp:txXfrm>
        <a:off x="428382" y="1544090"/>
        <a:ext cx="5559275" cy="506119"/>
      </dsp:txXfrm>
    </dsp:sp>
    <dsp:sp modelId="{8ED2DC60-A463-AA4D-B4F4-DA2C6108147E}">
      <dsp:nvSpPr>
        <dsp:cNvPr id="0" name=""/>
        <dsp:cNvSpPr/>
      </dsp:nvSpPr>
      <dsp:spPr>
        <a:xfrm>
          <a:off x="0" y="3676439"/>
          <a:ext cx="8020050" cy="1735650"/>
        </a:xfrm>
        <a:prstGeom prst="rect">
          <a:avLst/>
        </a:prstGeom>
        <a:solidFill>
          <a:schemeClr val="lt1">
            <a:alpha val="90000"/>
            <a:hueOff val="0"/>
            <a:satOff val="0"/>
            <a:lumOff val="0"/>
            <a:alphaOff val="0"/>
          </a:schemeClr>
        </a:solidFill>
        <a:ln w="9525" cap="flat" cmpd="sng" algn="ctr">
          <a:solidFill>
            <a:schemeClr val="accent2">
              <a:hueOff val="-4374192"/>
              <a:satOff val="-8420"/>
              <a:lumOff val="58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2445" tIns="395732" rIns="622445"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The neural network model integrates multiple input features and utilizes cross-entropy loss for multi-class classification tasks. </a:t>
          </a:r>
          <a:r>
            <a:rPr lang="en-US" sz="1900" b="0" i="0" kern="1200" dirty="0" err="1"/>
            <a:t>PyTorch</a:t>
          </a:r>
          <a:r>
            <a:rPr lang="en-US" sz="1900" b="0" i="0" kern="1200" dirty="0"/>
            <a:t> and Hugging Face Transformers libraries are used for implementation, with training conducted over 30 epochs with an Adam optimizer.</a:t>
          </a:r>
          <a:endParaRPr lang="en-US" sz="1900" kern="1200" dirty="0"/>
        </a:p>
      </dsp:txBody>
      <dsp:txXfrm>
        <a:off x="0" y="3676439"/>
        <a:ext cx="8020050" cy="1735650"/>
      </dsp:txXfrm>
    </dsp:sp>
    <dsp:sp modelId="{60C94E1B-454A-1242-BD3F-EA31A3CC8473}">
      <dsp:nvSpPr>
        <dsp:cNvPr id="0" name=""/>
        <dsp:cNvSpPr/>
      </dsp:nvSpPr>
      <dsp:spPr>
        <a:xfrm>
          <a:off x="401002" y="3396000"/>
          <a:ext cx="5614035" cy="560879"/>
        </a:xfrm>
        <a:prstGeom prst="roundRect">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2197" tIns="0" rIns="212197" bIns="0" numCol="1" spcCol="1270" anchor="ctr" anchorCtr="0">
          <a:noAutofit/>
        </a:bodyPr>
        <a:lstStyle/>
        <a:p>
          <a:pPr marL="0" lvl="0" indent="0" algn="l" defTabSz="844550">
            <a:lnSpc>
              <a:spcPct val="90000"/>
            </a:lnSpc>
            <a:spcBef>
              <a:spcPct val="0"/>
            </a:spcBef>
            <a:spcAft>
              <a:spcPct val="35000"/>
            </a:spcAft>
            <a:buNone/>
          </a:pPr>
          <a:r>
            <a:rPr lang="en-US" sz="1900" b="1" i="0" kern="1200"/>
            <a:t>Methodology</a:t>
          </a:r>
          <a:endParaRPr lang="en-US" sz="1900" kern="1200"/>
        </a:p>
      </dsp:txBody>
      <dsp:txXfrm>
        <a:off x="428382" y="3423380"/>
        <a:ext cx="5559275" cy="5061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7CD8C-89F2-7244-BA90-2EBA4484D667}">
      <dsp:nvSpPr>
        <dsp:cNvPr id="0" name=""/>
        <dsp:cNvSpPr/>
      </dsp:nvSpPr>
      <dsp:spPr>
        <a:xfrm>
          <a:off x="0" y="538905"/>
          <a:ext cx="8020050" cy="1257750"/>
        </a:xfrm>
        <a:prstGeom prst="roundRect">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dirty="0"/>
            <a:t>Patches checked at </a:t>
          </a:r>
          <a:r>
            <a:rPr lang="en-GB" sz="2500" u="sng" kern="1200" dirty="0">
              <a:solidFill>
                <a:schemeClr val="bg1"/>
              </a:solidFill>
              <a:hlinkClick xmlns:r="http://schemas.openxmlformats.org/officeDocument/2006/relationships" r:id="rId1">
                <a:extLst>
                  <a:ext uri="{A12FA001-AC4F-418D-AE19-62706E023703}">
                    <ahyp:hlinkClr xmlns:ahyp="http://schemas.microsoft.com/office/drawing/2018/hyperlinkcolor" val="tx"/>
                  </a:ext>
                </a:extLst>
              </a:hlinkClick>
            </a:rPr>
            <a:t>https://www.kernel.org/pub/linux/kernel/v2.6/ChangeLog-2.6.x</a:t>
          </a:r>
          <a:r>
            <a:rPr lang="en-GB" sz="2500" kern="1200" dirty="0"/>
            <a:t> - ‘x’ range =[0-39]</a:t>
          </a:r>
          <a:endParaRPr lang="en-US" sz="2500" kern="1200" dirty="0"/>
        </a:p>
      </dsp:txBody>
      <dsp:txXfrm>
        <a:off x="61398" y="600303"/>
        <a:ext cx="7897254" cy="1134954"/>
      </dsp:txXfrm>
    </dsp:sp>
    <dsp:sp modelId="{0FD439B7-5EA0-2A48-90ED-76A839DC882C}">
      <dsp:nvSpPr>
        <dsp:cNvPr id="0" name=""/>
        <dsp:cNvSpPr/>
      </dsp:nvSpPr>
      <dsp:spPr>
        <a:xfrm>
          <a:off x="0" y="1868655"/>
          <a:ext cx="8020050" cy="1257750"/>
        </a:xfrm>
        <a:prstGeom prst="roundRect">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dirty="0"/>
            <a:t>Only limited changelogs were found.</a:t>
          </a:r>
          <a:endParaRPr lang="en-US" sz="2500" kern="1200" dirty="0"/>
        </a:p>
      </dsp:txBody>
      <dsp:txXfrm>
        <a:off x="61398" y="1930053"/>
        <a:ext cx="7897254" cy="1134954"/>
      </dsp:txXfrm>
    </dsp:sp>
    <dsp:sp modelId="{B2CC615F-9451-BE40-859A-62862C56E32F}">
      <dsp:nvSpPr>
        <dsp:cNvPr id="0" name=""/>
        <dsp:cNvSpPr/>
      </dsp:nvSpPr>
      <dsp:spPr>
        <a:xfrm>
          <a:off x="0" y="3126405"/>
          <a:ext cx="8020050" cy="1863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637"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GB" sz="2000" kern="1200" dirty="0"/>
            <a:t>XFS-patches found </a:t>
          </a:r>
          <a:endParaRPr lang="en-US" sz="2000" kern="1200" dirty="0"/>
        </a:p>
        <a:p>
          <a:pPr marL="228600" lvl="1" indent="-228600" algn="l" defTabSz="889000">
            <a:lnSpc>
              <a:spcPct val="90000"/>
            </a:lnSpc>
            <a:spcBef>
              <a:spcPct val="0"/>
            </a:spcBef>
            <a:spcAft>
              <a:spcPct val="20000"/>
            </a:spcAft>
            <a:buChar char="•"/>
          </a:pPr>
          <a:r>
            <a:rPr lang="en-GB" sz="2000" kern="1200"/>
            <a:t>Jfs-patches found</a:t>
          </a:r>
          <a:endParaRPr lang="en-US" sz="2000" kern="1200"/>
        </a:p>
        <a:p>
          <a:pPr marL="228600" lvl="1" indent="-228600" algn="l" defTabSz="889000">
            <a:lnSpc>
              <a:spcPct val="90000"/>
            </a:lnSpc>
            <a:spcBef>
              <a:spcPct val="0"/>
            </a:spcBef>
            <a:spcAft>
              <a:spcPct val="20000"/>
            </a:spcAft>
            <a:buChar char="•"/>
          </a:pPr>
          <a:r>
            <a:rPr lang="en-GB" sz="2000" kern="1200" dirty="0"/>
            <a:t>Ext3-patches found</a:t>
          </a:r>
          <a:endParaRPr lang="en-US" sz="2000" kern="1200" dirty="0"/>
        </a:p>
        <a:p>
          <a:pPr marL="228600" lvl="1" indent="-228600" algn="l" defTabSz="889000">
            <a:lnSpc>
              <a:spcPct val="90000"/>
            </a:lnSpc>
            <a:spcBef>
              <a:spcPct val="0"/>
            </a:spcBef>
            <a:spcAft>
              <a:spcPct val="20000"/>
            </a:spcAft>
            <a:buChar char="•"/>
          </a:pPr>
          <a:r>
            <a:rPr lang="en-GB" sz="2000" kern="1200" dirty="0" err="1"/>
            <a:t>Reiserfs</a:t>
          </a:r>
          <a:r>
            <a:rPr lang="en-GB" sz="2000" kern="1200" dirty="0"/>
            <a:t>-patches found</a:t>
          </a:r>
          <a:endParaRPr lang="en-US" sz="2000" kern="1200" dirty="0"/>
        </a:p>
        <a:p>
          <a:pPr marL="228600" lvl="1" indent="-228600" algn="l" defTabSz="889000">
            <a:lnSpc>
              <a:spcPct val="90000"/>
            </a:lnSpc>
            <a:spcBef>
              <a:spcPct val="0"/>
            </a:spcBef>
            <a:spcAft>
              <a:spcPct val="20000"/>
            </a:spcAft>
            <a:buChar char="•"/>
          </a:pPr>
          <a:r>
            <a:rPr lang="en-GB" sz="2000" kern="1200"/>
            <a:t>Ext4-patches not found</a:t>
          </a:r>
          <a:endParaRPr lang="en-US" sz="2000" kern="1200"/>
        </a:p>
        <a:p>
          <a:pPr marL="228600" lvl="1" indent="-228600" algn="l" defTabSz="889000">
            <a:lnSpc>
              <a:spcPct val="90000"/>
            </a:lnSpc>
            <a:spcBef>
              <a:spcPct val="0"/>
            </a:spcBef>
            <a:spcAft>
              <a:spcPct val="20000"/>
            </a:spcAft>
            <a:buChar char="•"/>
          </a:pPr>
          <a:r>
            <a:rPr lang="en-GB" sz="2000" kern="1200" dirty="0" err="1"/>
            <a:t>Btrfs</a:t>
          </a:r>
          <a:r>
            <a:rPr lang="en-GB" sz="2000" kern="1200" dirty="0"/>
            <a:t>-patches not found</a:t>
          </a:r>
          <a:endParaRPr lang="en-US" sz="2000" kern="1200" dirty="0"/>
        </a:p>
      </dsp:txBody>
      <dsp:txXfrm>
        <a:off x="0" y="3126405"/>
        <a:ext cx="8020050" cy="1863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5F7FD0-4747-481C-8C36-7A3B68642AD3}">
      <dsp:nvSpPr>
        <dsp:cNvPr id="0" name=""/>
        <dsp:cNvSpPr/>
      </dsp:nvSpPr>
      <dsp:spPr>
        <a:xfrm>
          <a:off x="0" y="674"/>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BDD128-D764-45CA-8A47-A10856D5CEAF}">
      <dsp:nvSpPr>
        <dsp:cNvPr id="0" name=""/>
        <dsp:cNvSpPr/>
      </dsp:nvSpPr>
      <dsp:spPr>
        <a:xfrm>
          <a:off x="477687" y="355979"/>
          <a:ext cx="868522" cy="8685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67A76C0-ED96-453C-9501-99077AE38710}">
      <dsp:nvSpPr>
        <dsp:cNvPr id="0" name=""/>
        <dsp:cNvSpPr/>
      </dsp:nvSpPr>
      <dsp:spPr>
        <a:xfrm>
          <a:off x="1823896" y="674"/>
          <a:ext cx="6196153"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1111250">
            <a:lnSpc>
              <a:spcPct val="90000"/>
            </a:lnSpc>
            <a:spcBef>
              <a:spcPct val="0"/>
            </a:spcBef>
            <a:spcAft>
              <a:spcPct val="35000"/>
            </a:spcAft>
            <a:buNone/>
          </a:pPr>
          <a:r>
            <a:rPr lang="en-US" sz="2500" kern="1200" dirty="0"/>
            <a:t>Analysis and further training of the model. </a:t>
          </a:r>
        </a:p>
      </dsp:txBody>
      <dsp:txXfrm>
        <a:off x="1823896" y="674"/>
        <a:ext cx="6196153" cy="1579131"/>
      </dsp:txXfrm>
    </dsp:sp>
    <dsp:sp modelId="{9EEF3B23-3640-4895-B88B-40329E9114F6}">
      <dsp:nvSpPr>
        <dsp:cNvPr id="0" name=""/>
        <dsp:cNvSpPr/>
      </dsp:nvSpPr>
      <dsp:spPr>
        <a:xfrm>
          <a:off x="0" y="1974589"/>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FB63EB-B34C-4B14-AA81-F2EAF17BAA75}">
      <dsp:nvSpPr>
        <dsp:cNvPr id="0" name=""/>
        <dsp:cNvSpPr/>
      </dsp:nvSpPr>
      <dsp:spPr>
        <a:xfrm>
          <a:off x="477687" y="2329893"/>
          <a:ext cx="868522" cy="8685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8556FD-0708-48AB-BF57-3C5DC8FE55BD}">
      <dsp:nvSpPr>
        <dsp:cNvPr id="0" name=""/>
        <dsp:cNvSpPr/>
      </dsp:nvSpPr>
      <dsp:spPr>
        <a:xfrm>
          <a:off x="1823896" y="1974589"/>
          <a:ext cx="6196153"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1111250">
            <a:lnSpc>
              <a:spcPct val="90000"/>
            </a:lnSpc>
            <a:spcBef>
              <a:spcPct val="0"/>
            </a:spcBef>
            <a:spcAft>
              <a:spcPct val="35000"/>
            </a:spcAft>
            <a:buNone/>
          </a:pPr>
          <a:r>
            <a:rPr lang="en-US" sz="2500" kern="1200"/>
            <a:t>Test the method on another dataset PatchDB (security vs non-security).</a:t>
          </a:r>
        </a:p>
      </dsp:txBody>
      <dsp:txXfrm>
        <a:off x="1823896" y="1974589"/>
        <a:ext cx="6196153" cy="1579131"/>
      </dsp:txXfrm>
    </dsp:sp>
    <dsp:sp modelId="{E4701FBB-170F-495A-83AF-201355C969D5}">
      <dsp:nvSpPr>
        <dsp:cNvPr id="0" name=""/>
        <dsp:cNvSpPr/>
      </dsp:nvSpPr>
      <dsp:spPr>
        <a:xfrm>
          <a:off x="0" y="3948503"/>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944FC2-6F1E-4507-826C-93EEF9970AB1}">
      <dsp:nvSpPr>
        <dsp:cNvPr id="0" name=""/>
        <dsp:cNvSpPr/>
      </dsp:nvSpPr>
      <dsp:spPr>
        <a:xfrm>
          <a:off x="477687" y="4303808"/>
          <a:ext cx="868522" cy="8685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A5AD2F-FC06-48D6-8F1D-5D2C4F3BBC1B}">
      <dsp:nvSpPr>
        <dsp:cNvPr id="0" name=""/>
        <dsp:cNvSpPr/>
      </dsp:nvSpPr>
      <dsp:spPr>
        <a:xfrm>
          <a:off x="1823896" y="3948503"/>
          <a:ext cx="3609022"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1111250">
            <a:lnSpc>
              <a:spcPct val="90000"/>
            </a:lnSpc>
            <a:spcBef>
              <a:spcPct val="0"/>
            </a:spcBef>
            <a:spcAft>
              <a:spcPct val="35000"/>
            </a:spcAft>
            <a:buNone/>
          </a:pPr>
          <a:r>
            <a:rPr lang="en-US" sz="2500" kern="1200"/>
            <a:t>Document the requirements for creating an Agentic AI framework.</a:t>
          </a:r>
        </a:p>
      </dsp:txBody>
      <dsp:txXfrm>
        <a:off x="1823896" y="3948503"/>
        <a:ext cx="3609022" cy="1579131"/>
      </dsp:txXfrm>
    </dsp:sp>
    <dsp:sp modelId="{CA24B020-B02C-453D-A5B5-FFFC6E7A799B}">
      <dsp:nvSpPr>
        <dsp:cNvPr id="0" name=""/>
        <dsp:cNvSpPr/>
      </dsp:nvSpPr>
      <dsp:spPr>
        <a:xfrm>
          <a:off x="5432919" y="3948503"/>
          <a:ext cx="2587130"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800100">
            <a:lnSpc>
              <a:spcPct val="90000"/>
            </a:lnSpc>
            <a:spcBef>
              <a:spcPct val="0"/>
            </a:spcBef>
            <a:spcAft>
              <a:spcPct val="35000"/>
            </a:spcAft>
            <a:buNone/>
          </a:pPr>
          <a:r>
            <a:rPr lang="en-US" sz="1800" kern="1200"/>
            <a:t>Can extract code corresponding to the patches to enhance patch classification</a:t>
          </a:r>
        </a:p>
      </dsp:txBody>
      <dsp:txXfrm>
        <a:off x="5432919" y="3948503"/>
        <a:ext cx="2587130" cy="15791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92466E-5C30-0942-9AA8-AD6563266DC1}">
      <dsp:nvSpPr>
        <dsp:cNvPr id="0" name=""/>
        <dsp:cNvSpPr/>
      </dsp:nvSpPr>
      <dsp:spPr>
        <a:xfrm>
          <a:off x="0" y="2699"/>
          <a:ext cx="8020050" cy="0"/>
        </a:xfrm>
        <a:prstGeom prst="line">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w="9525" cap="flat" cmpd="sng" algn="ctr">
          <a:solidFill>
            <a:schemeClr val="accent2">
              <a:hueOff val="0"/>
              <a:satOff val="0"/>
              <a:lumOff val="0"/>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9BB09A0D-9174-C84B-B16E-3D80E1704E3A}">
      <dsp:nvSpPr>
        <dsp:cNvPr id="0" name=""/>
        <dsp:cNvSpPr/>
      </dsp:nvSpPr>
      <dsp:spPr>
        <a:xfrm>
          <a:off x="0" y="2699"/>
          <a:ext cx="8020050" cy="184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Categories: Security, non-security </a:t>
          </a:r>
        </a:p>
      </dsp:txBody>
      <dsp:txXfrm>
        <a:off x="0" y="2699"/>
        <a:ext cx="8020050" cy="1840970"/>
      </dsp:txXfrm>
    </dsp:sp>
    <dsp:sp modelId="{FFF5F9C8-0968-EF49-822A-06F0B8B7B9BE}">
      <dsp:nvSpPr>
        <dsp:cNvPr id="0" name=""/>
        <dsp:cNvSpPr/>
      </dsp:nvSpPr>
      <dsp:spPr>
        <a:xfrm>
          <a:off x="0" y="1843669"/>
          <a:ext cx="8020050" cy="0"/>
        </a:xfrm>
        <a:prstGeom prst="line">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w="9525" cap="flat" cmpd="sng" algn="ctr">
          <a:solidFill>
            <a:schemeClr val="accent2">
              <a:hueOff val="-2187096"/>
              <a:satOff val="-4210"/>
              <a:lumOff val="294"/>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6B9FC2EA-E85D-D244-A560-DF4AF422DBE3}">
      <dsp:nvSpPr>
        <dsp:cNvPr id="0" name=""/>
        <dsp:cNvSpPr/>
      </dsp:nvSpPr>
      <dsp:spPr>
        <a:xfrm>
          <a:off x="0" y="1843669"/>
          <a:ext cx="8020050" cy="184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Features: 1. Patch description. 2. diff code. </a:t>
          </a:r>
        </a:p>
      </dsp:txBody>
      <dsp:txXfrm>
        <a:off x="0" y="1843669"/>
        <a:ext cx="8020050" cy="1840970"/>
      </dsp:txXfrm>
    </dsp:sp>
    <dsp:sp modelId="{323E472A-E756-054A-8E6C-EE3A9C3EEE07}">
      <dsp:nvSpPr>
        <dsp:cNvPr id="0" name=""/>
        <dsp:cNvSpPr/>
      </dsp:nvSpPr>
      <dsp:spPr>
        <a:xfrm>
          <a:off x="0" y="3684640"/>
          <a:ext cx="8020050" cy="0"/>
        </a:xfrm>
        <a:prstGeom prst="line">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w="9525" cap="flat" cmpd="sng" algn="ctr">
          <a:solidFill>
            <a:schemeClr val="accent2">
              <a:hueOff val="-4374192"/>
              <a:satOff val="-8420"/>
              <a:lumOff val="588"/>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26B460AB-3B96-4847-8F84-389A2342D4F2}">
      <dsp:nvSpPr>
        <dsp:cNvPr id="0" name=""/>
        <dsp:cNvSpPr/>
      </dsp:nvSpPr>
      <dsp:spPr>
        <a:xfrm>
          <a:off x="0" y="3684640"/>
          <a:ext cx="8020050" cy="1840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Challenges: My MacBook system did not have enough memory to run the model for this data.</a:t>
          </a:r>
        </a:p>
      </dsp:txBody>
      <dsp:txXfrm>
        <a:off x="0" y="3684640"/>
        <a:ext cx="8020050" cy="18409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A8E20-AB31-47BD-A219-857CCF571235}">
      <dsp:nvSpPr>
        <dsp:cNvPr id="0" name=""/>
        <dsp:cNvSpPr/>
      </dsp:nvSpPr>
      <dsp:spPr>
        <a:xfrm>
          <a:off x="0" y="674"/>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DFBA36-ED56-4E76-B965-C6B3C13AC671}">
      <dsp:nvSpPr>
        <dsp:cNvPr id="0" name=""/>
        <dsp:cNvSpPr/>
      </dsp:nvSpPr>
      <dsp:spPr>
        <a:xfrm>
          <a:off x="477687" y="355979"/>
          <a:ext cx="868522" cy="8685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815C24-EBAD-440E-A4C4-60ACB2DCB3B6}">
      <dsp:nvSpPr>
        <dsp:cNvPr id="0" name=""/>
        <dsp:cNvSpPr/>
      </dsp:nvSpPr>
      <dsp:spPr>
        <a:xfrm>
          <a:off x="1823896" y="674"/>
          <a:ext cx="6196153"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622300">
            <a:lnSpc>
              <a:spcPct val="100000"/>
            </a:lnSpc>
            <a:spcBef>
              <a:spcPct val="0"/>
            </a:spcBef>
            <a:spcAft>
              <a:spcPct val="35000"/>
            </a:spcAft>
            <a:buNone/>
          </a:pPr>
          <a:r>
            <a:rPr lang="en-US" sz="1400" kern="1200"/>
            <a:t>Agentic AI refers to autonomous systems capable of pursuing complex goals with minimal human intervention.</a:t>
          </a:r>
          <a:endParaRPr lang="en-US" sz="1400" kern="1200" dirty="0"/>
        </a:p>
      </dsp:txBody>
      <dsp:txXfrm>
        <a:off x="1823896" y="674"/>
        <a:ext cx="6196153" cy="1579131"/>
      </dsp:txXfrm>
    </dsp:sp>
    <dsp:sp modelId="{2BE6D043-AFE0-4204-A50F-ACFADCC38979}">
      <dsp:nvSpPr>
        <dsp:cNvPr id="0" name=""/>
        <dsp:cNvSpPr/>
      </dsp:nvSpPr>
      <dsp:spPr>
        <a:xfrm>
          <a:off x="0" y="1974589"/>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7FE37B-E531-4BAF-A4CF-FC99211FF406}">
      <dsp:nvSpPr>
        <dsp:cNvPr id="0" name=""/>
        <dsp:cNvSpPr/>
      </dsp:nvSpPr>
      <dsp:spPr>
        <a:xfrm>
          <a:off x="477687" y="2329893"/>
          <a:ext cx="868522" cy="8685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AEF3B55-7433-48F1-AAC0-1F516D4E7EE2}">
      <dsp:nvSpPr>
        <dsp:cNvPr id="0" name=""/>
        <dsp:cNvSpPr/>
      </dsp:nvSpPr>
      <dsp:spPr>
        <a:xfrm>
          <a:off x="1823896" y="1974589"/>
          <a:ext cx="6196153"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622300">
            <a:lnSpc>
              <a:spcPct val="100000"/>
            </a:lnSpc>
            <a:spcBef>
              <a:spcPct val="0"/>
            </a:spcBef>
            <a:spcAft>
              <a:spcPct val="35000"/>
            </a:spcAft>
            <a:buNone/>
          </a:pPr>
          <a:r>
            <a:rPr lang="en-US" sz="1400" kern="1200"/>
            <a:t>Unlike traditional AI, which relies on structured instructions, agentic AI exhibits adaptability, advanced decision-making, and self-sufficiency. </a:t>
          </a:r>
          <a:endParaRPr lang="en-US" sz="1400" kern="1200" dirty="0"/>
        </a:p>
      </dsp:txBody>
      <dsp:txXfrm>
        <a:off x="1823896" y="1974589"/>
        <a:ext cx="6196153" cy="1579131"/>
      </dsp:txXfrm>
    </dsp:sp>
    <dsp:sp modelId="{4ABDE950-63A5-4722-8125-A3EF8787D37F}">
      <dsp:nvSpPr>
        <dsp:cNvPr id="0" name=""/>
        <dsp:cNvSpPr/>
      </dsp:nvSpPr>
      <dsp:spPr>
        <a:xfrm>
          <a:off x="0" y="3948503"/>
          <a:ext cx="8020050" cy="157913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403E9B-448A-4490-8263-FEC9A6FBCBBF}">
      <dsp:nvSpPr>
        <dsp:cNvPr id="0" name=""/>
        <dsp:cNvSpPr/>
      </dsp:nvSpPr>
      <dsp:spPr>
        <a:xfrm>
          <a:off x="477687" y="4303808"/>
          <a:ext cx="868522" cy="8685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6FDFCCB-B3DD-44BA-B92C-1A2AFDE63FCA}">
      <dsp:nvSpPr>
        <dsp:cNvPr id="0" name=""/>
        <dsp:cNvSpPr/>
      </dsp:nvSpPr>
      <dsp:spPr>
        <a:xfrm>
          <a:off x="1823896" y="3948503"/>
          <a:ext cx="6196153" cy="1579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125" tIns="167125" rIns="167125" bIns="167125" numCol="1" spcCol="1270" anchor="ctr" anchorCtr="0">
          <a:noAutofit/>
        </a:bodyPr>
        <a:lstStyle/>
        <a:p>
          <a:pPr marL="0" lvl="0" indent="0" algn="l" defTabSz="622300">
            <a:lnSpc>
              <a:spcPct val="100000"/>
            </a:lnSpc>
            <a:spcBef>
              <a:spcPct val="0"/>
            </a:spcBef>
            <a:spcAft>
              <a:spcPct val="35000"/>
            </a:spcAft>
            <a:buNone/>
          </a:pPr>
          <a:r>
            <a:rPr lang="en-US" sz="1400" kern="1200"/>
            <a:t>Core components include:</a:t>
          </a:r>
        </a:p>
        <a:p>
          <a:pPr marL="0" lvl="0" indent="0" algn="l" defTabSz="622300">
            <a:lnSpc>
              <a:spcPct val="100000"/>
            </a:lnSpc>
            <a:spcBef>
              <a:spcPct val="0"/>
            </a:spcBef>
            <a:spcAft>
              <a:spcPct val="35000"/>
            </a:spcAft>
            <a:buNone/>
          </a:pPr>
          <a:r>
            <a:rPr lang="en-US" sz="1400" kern="1200"/>
            <a:t>	Reinforcement Learning (RL): Enables learning through trial and error.</a:t>
          </a:r>
        </a:p>
        <a:p>
          <a:pPr marL="0" lvl="0" indent="0" algn="l" defTabSz="622300">
            <a:lnSpc>
              <a:spcPct val="100000"/>
            </a:lnSpc>
            <a:spcBef>
              <a:spcPct val="0"/>
            </a:spcBef>
            <a:spcAft>
              <a:spcPct val="35000"/>
            </a:spcAft>
            <a:buNone/>
          </a:pPr>
          <a:r>
            <a:rPr lang="en-US" sz="1400" kern="1200"/>
            <a:t>	Goal-Oriented Architectures: Manage multiple objectives.</a:t>
          </a:r>
        </a:p>
        <a:p>
          <a:pPr marL="0" lvl="0" indent="0" algn="l" defTabSz="622300">
            <a:lnSpc>
              <a:spcPct val="100000"/>
            </a:lnSpc>
            <a:spcBef>
              <a:spcPct val="0"/>
            </a:spcBef>
            <a:spcAft>
              <a:spcPct val="35000"/>
            </a:spcAft>
            <a:buNone/>
          </a:pPr>
          <a:r>
            <a:rPr lang="en-US" sz="1400" kern="1200"/>
            <a:t>	Adaptive Control Mechanisms: Adjust to changing environments.</a:t>
          </a:r>
          <a:endParaRPr lang="en-US" sz="1400" kern="1200" dirty="0"/>
        </a:p>
      </dsp:txBody>
      <dsp:txXfrm>
        <a:off x="1823896" y="3948503"/>
        <a:ext cx="6196153" cy="157913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70E7AB-7440-4B9D-BFCF-856607834802}">
      <dsp:nvSpPr>
        <dsp:cNvPr id="0" name=""/>
        <dsp:cNvSpPr/>
      </dsp:nvSpPr>
      <dsp:spPr>
        <a:xfrm>
          <a:off x="0" y="2294"/>
          <a:ext cx="8020050" cy="11628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EF365E-8E11-4305-8ABA-A5EB4809D15B}">
      <dsp:nvSpPr>
        <dsp:cNvPr id="0" name=""/>
        <dsp:cNvSpPr/>
      </dsp:nvSpPr>
      <dsp:spPr>
        <a:xfrm>
          <a:off x="351773" y="263944"/>
          <a:ext cx="639588" cy="6395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D9B914-423F-4C03-AD90-7F6E39ED573E}">
      <dsp:nvSpPr>
        <dsp:cNvPr id="0" name=""/>
        <dsp:cNvSpPr/>
      </dsp:nvSpPr>
      <dsp:spPr>
        <a:xfrm>
          <a:off x="1343136" y="2294"/>
          <a:ext cx="6676913" cy="1162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72" tIns="123072" rIns="123072" bIns="123072" numCol="1" spcCol="1270" anchor="ctr" anchorCtr="0">
          <a:noAutofit/>
        </a:bodyPr>
        <a:lstStyle/>
        <a:p>
          <a:pPr marL="0" lvl="0" indent="0" algn="l" defTabSz="977900">
            <a:lnSpc>
              <a:spcPct val="100000"/>
            </a:lnSpc>
            <a:spcBef>
              <a:spcPct val="0"/>
            </a:spcBef>
            <a:spcAft>
              <a:spcPct val="35000"/>
            </a:spcAft>
            <a:buNone/>
          </a:pPr>
          <a:r>
            <a:rPr lang="en-US" sz="2200" b="1" kern="1200"/>
            <a:t>Graph-based Workflows: </a:t>
          </a:r>
          <a:r>
            <a:rPr lang="en-US" sz="2200" kern="1200"/>
            <a:t>enables complex, multi-agent coordination.</a:t>
          </a:r>
        </a:p>
      </dsp:txBody>
      <dsp:txXfrm>
        <a:off x="1343136" y="2294"/>
        <a:ext cx="6676913" cy="1162888"/>
      </dsp:txXfrm>
    </dsp:sp>
    <dsp:sp modelId="{7265F62F-D91F-474F-A98B-0D0A1766C65D}">
      <dsp:nvSpPr>
        <dsp:cNvPr id="0" name=""/>
        <dsp:cNvSpPr/>
      </dsp:nvSpPr>
      <dsp:spPr>
        <a:xfrm>
          <a:off x="0" y="1455905"/>
          <a:ext cx="8020050" cy="11628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B57908-1F64-48BB-8368-7287D924D0E8}">
      <dsp:nvSpPr>
        <dsp:cNvPr id="0" name=""/>
        <dsp:cNvSpPr/>
      </dsp:nvSpPr>
      <dsp:spPr>
        <a:xfrm>
          <a:off x="351773" y="1717555"/>
          <a:ext cx="639588" cy="6395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70CEFC-0906-4C33-AAF3-9E8C86EDDB1C}">
      <dsp:nvSpPr>
        <dsp:cNvPr id="0" name=""/>
        <dsp:cNvSpPr/>
      </dsp:nvSpPr>
      <dsp:spPr>
        <a:xfrm>
          <a:off x="1343136" y="1455905"/>
          <a:ext cx="6676913" cy="1162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72" tIns="123072" rIns="123072" bIns="123072" numCol="1" spcCol="1270" anchor="ctr" anchorCtr="0">
          <a:noAutofit/>
        </a:bodyPr>
        <a:lstStyle/>
        <a:p>
          <a:pPr marL="0" lvl="0" indent="0" algn="l" defTabSz="977900">
            <a:lnSpc>
              <a:spcPct val="100000"/>
            </a:lnSpc>
            <a:spcBef>
              <a:spcPct val="0"/>
            </a:spcBef>
            <a:spcAft>
              <a:spcPct val="35000"/>
            </a:spcAft>
            <a:buNone/>
          </a:pPr>
          <a:r>
            <a:rPr lang="en-US" sz="2200" b="1" kern="1200"/>
            <a:t>Extensive integrations: </a:t>
          </a:r>
          <a:r>
            <a:rPr lang="en-US" sz="2200" kern="1200"/>
            <a:t>supports wide range of LLMs and tools, offering flexibility compared to other frameworks.</a:t>
          </a:r>
        </a:p>
      </dsp:txBody>
      <dsp:txXfrm>
        <a:off x="1343136" y="1455905"/>
        <a:ext cx="6676913" cy="1162888"/>
      </dsp:txXfrm>
    </dsp:sp>
    <dsp:sp modelId="{AD77230A-7D47-49E0-9640-3901B9628DCA}">
      <dsp:nvSpPr>
        <dsp:cNvPr id="0" name=""/>
        <dsp:cNvSpPr/>
      </dsp:nvSpPr>
      <dsp:spPr>
        <a:xfrm>
          <a:off x="0" y="2909516"/>
          <a:ext cx="8020050" cy="11628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E6EA04-1B7A-4174-8B93-D60B6298D66C}">
      <dsp:nvSpPr>
        <dsp:cNvPr id="0" name=""/>
        <dsp:cNvSpPr/>
      </dsp:nvSpPr>
      <dsp:spPr>
        <a:xfrm>
          <a:off x="351773" y="3171166"/>
          <a:ext cx="639588" cy="6395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8ECAA8-DF8F-4372-9FC1-AF77B659DC4B}">
      <dsp:nvSpPr>
        <dsp:cNvPr id="0" name=""/>
        <dsp:cNvSpPr/>
      </dsp:nvSpPr>
      <dsp:spPr>
        <a:xfrm>
          <a:off x="1343136" y="2909516"/>
          <a:ext cx="6676913" cy="1162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72" tIns="123072" rIns="123072" bIns="123072" numCol="1" spcCol="1270" anchor="ctr" anchorCtr="0">
          <a:noAutofit/>
        </a:bodyPr>
        <a:lstStyle/>
        <a:p>
          <a:pPr marL="0" lvl="0" indent="0" algn="l" defTabSz="977900">
            <a:lnSpc>
              <a:spcPct val="100000"/>
            </a:lnSpc>
            <a:spcBef>
              <a:spcPct val="0"/>
            </a:spcBef>
            <a:spcAft>
              <a:spcPct val="35000"/>
            </a:spcAft>
            <a:buNone/>
          </a:pPr>
          <a:r>
            <a:rPr lang="en-US" sz="2200" b="1" kern="1200"/>
            <a:t>Community and Ecosystem: </a:t>
          </a:r>
          <a:r>
            <a:rPr lang="en-US" sz="2200" kern="1200"/>
            <a:t>a large community provides extensive documentation and tutorials unlike newer frameworks like Open AI’s Swarm.</a:t>
          </a:r>
        </a:p>
      </dsp:txBody>
      <dsp:txXfrm>
        <a:off x="1343136" y="2909516"/>
        <a:ext cx="6676913" cy="1162888"/>
      </dsp:txXfrm>
    </dsp:sp>
    <dsp:sp modelId="{BC0E398F-02DB-46A4-A146-B58D50185C7F}">
      <dsp:nvSpPr>
        <dsp:cNvPr id="0" name=""/>
        <dsp:cNvSpPr/>
      </dsp:nvSpPr>
      <dsp:spPr>
        <a:xfrm>
          <a:off x="0" y="4363126"/>
          <a:ext cx="8020050" cy="116288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E58539-B7B0-42D2-9947-C94169022F04}">
      <dsp:nvSpPr>
        <dsp:cNvPr id="0" name=""/>
        <dsp:cNvSpPr/>
      </dsp:nvSpPr>
      <dsp:spPr>
        <a:xfrm>
          <a:off x="351773" y="4624776"/>
          <a:ext cx="639588" cy="6395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AA86D1-A743-4405-A039-BFC1D9E8AB77}">
      <dsp:nvSpPr>
        <dsp:cNvPr id="0" name=""/>
        <dsp:cNvSpPr/>
      </dsp:nvSpPr>
      <dsp:spPr>
        <a:xfrm>
          <a:off x="1343136" y="4363126"/>
          <a:ext cx="6676913" cy="1162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072" tIns="123072" rIns="123072" bIns="123072" numCol="1" spcCol="1270" anchor="ctr" anchorCtr="0">
          <a:noAutofit/>
        </a:bodyPr>
        <a:lstStyle/>
        <a:p>
          <a:pPr marL="0" lvl="0" indent="0" algn="l" defTabSz="977900">
            <a:lnSpc>
              <a:spcPct val="100000"/>
            </a:lnSpc>
            <a:spcBef>
              <a:spcPct val="0"/>
            </a:spcBef>
            <a:spcAft>
              <a:spcPct val="35000"/>
            </a:spcAft>
            <a:buNone/>
          </a:pPr>
          <a:r>
            <a:rPr lang="en-US" sz="2200" b="1" kern="1200"/>
            <a:t>Advanced Features: </a:t>
          </a:r>
          <a:r>
            <a:rPr lang="en-US" sz="2200" kern="1200"/>
            <a:t>Persistence, human-in-the-loop support, and streaming enhance reliability and user experience, surpassing minimalist frameworks like Swarm.</a:t>
          </a:r>
        </a:p>
      </dsp:txBody>
      <dsp:txXfrm>
        <a:off x="1343136" y="4363126"/>
        <a:ext cx="6676913" cy="116288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415E5EC-A9D6-42B7-81E4-C7BFB386A35F}" type="datetimeFigureOut">
              <a:rPr lang="en-US" smtClean="0"/>
              <a:t>4/25/25</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45B3ABA-E5FE-4F4B-94A3-4682B45A755F}" type="slidenum">
              <a:rPr lang="en-US" smtClean="0"/>
              <a:t>‹#›</a:t>
            </a:fld>
            <a:endParaRPr lang="en-US"/>
          </a:p>
        </p:txBody>
      </p:sp>
    </p:spTree>
    <p:extLst>
      <p:ext uri="{BB962C8B-B14F-4D97-AF65-F5344CB8AC3E}">
        <p14:creationId xmlns:p14="http://schemas.microsoft.com/office/powerpoint/2010/main" val="1776946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72D30A33-0734-4A27-A5E6-7F2B334A1375}" type="datetimeFigureOut">
              <a:rPr lang="en-US" smtClean="0"/>
              <a:t>4/25/25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163883BD-6F31-40FC-B824-CF267056EC99}" type="slidenum">
              <a:rPr lang="en-US" smtClean="0"/>
              <a:t>‹#›</a:t>
            </a:fld>
            <a:endParaRPr lang="en-US"/>
          </a:p>
        </p:txBody>
      </p:sp>
    </p:spTree>
    <p:extLst>
      <p:ext uri="{BB962C8B-B14F-4D97-AF65-F5344CB8AC3E}">
        <p14:creationId xmlns:p14="http://schemas.microsoft.com/office/powerpoint/2010/main" val="1254846734"/>
      </p:ext>
    </p:extLst>
  </p:cSld>
  <p:clrMap bg1="lt1" tx1="dk1" bg2="lt2" tx2="dk2" accent1="accent1" accent2="accent2" accent3="accent3" accent4="accent4" accent5="accent5" accent6="accent6" hlink="hlink" folHlink="folHlink"/>
  <p:notesStyle>
    <a:lvl1pPr marL="0" algn="l" defTabSz="1097192" rtl="0" eaLnBrk="1" latinLnBrk="0" hangingPunct="1">
      <a:defRPr sz="1440" kern="1200">
        <a:solidFill>
          <a:schemeClr val="tx1"/>
        </a:solidFill>
        <a:latin typeface="+mn-lt"/>
        <a:ea typeface="+mn-ea"/>
        <a:cs typeface="+mn-cs"/>
      </a:defRPr>
    </a:lvl1pPr>
    <a:lvl2pPr marL="548596" algn="l" defTabSz="1097192" rtl="0" eaLnBrk="1" latinLnBrk="0" hangingPunct="1">
      <a:defRPr sz="1440" kern="1200">
        <a:solidFill>
          <a:schemeClr val="tx1"/>
        </a:solidFill>
        <a:latin typeface="+mn-lt"/>
        <a:ea typeface="+mn-ea"/>
        <a:cs typeface="+mn-cs"/>
      </a:defRPr>
    </a:lvl2pPr>
    <a:lvl3pPr marL="1097192" algn="l" defTabSz="1097192" rtl="0" eaLnBrk="1" latinLnBrk="0" hangingPunct="1">
      <a:defRPr sz="1440" kern="1200">
        <a:solidFill>
          <a:schemeClr val="tx1"/>
        </a:solidFill>
        <a:latin typeface="+mn-lt"/>
        <a:ea typeface="+mn-ea"/>
        <a:cs typeface="+mn-cs"/>
      </a:defRPr>
    </a:lvl3pPr>
    <a:lvl4pPr marL="1645788" algn="l" defTabSz="1097192" rtl="0" eaLnBrk="1" latinLnBrk="0" hangingPunct="1">
      <a:defRPr sz="1440" kern="1200">
        <a:solidFill>
          <a:schemeClr val="tx1"/>
        </a:solidFill>
        <a:latin typeface="+mn-lt"/>
        <a:ea typeface="+mn-ea"/>
        <a:cs typeface="+mn-cs"/>
      </a:defRPr>
    </a:lvl4pPr>
    <a:lvl5pPr marL="2194385" algn="l" defTabSz="1097192" rtl="0" eaLnBrk="1" latinLnBrk="0" hangingPunct="1">
      <a:defRPr sz="1440" kern="1200">
        <a:solidFill>
          <a:schemeClr val="tx1"/>
        </a:solidFill>
        <a:latin typeface="+mn-lt"/>
        <a:ea typeface="+mn-ea"/>
        <a:cs typeface="+mn-cs"/>
      </a:defRPr>
    </a:lvl5pPr>
    <a:lvl6pPr marL="2742982" algn="l" defTabSz="1097192" rtl="0" eaLnBrk="1" latinLnBrk="0" hangingPunct="1">
      <a:defRPr sz="1440" kern="1200">
        <a:solidFill>
          <a:schemeClr val="tx1"/>
        </a:solidFill>
        <a:latin typeface="+mn-lt"/>
        <a:ea typeface="+mn-ea"/>
        <a:cs typeface="+mn-cs"/>
      </a:defRPr>
    </a:lvl6pPr>
    <a:lvl7pPr marL="3291576" algn="l" defTabSz="1097192" rtl="0" eaLnBrk="1" latinLnBrk="0" hangingPunct="1">
      <a:defRPr sz="1440" kern="1200">
        <a:solidFill>
          <a:schemeClr val="tx1"/>
        </a:solidFill>
        <a:latin typeface="+mn-lt"/>
        <a:ea typeface="+mn-ea"/>
        <a:cs typeface="+mn-cs"/>
      </a:defRPr>
    </a:lvl7pPr>
    <a:lvl8pPr marL="3840173" algn="l" defTabSz="1097192" rtl="0" eaLnBrk="1" latinLnBrk="0" hangingPunct="1">
      <a:defRPr sz="1440" kern="1200">
        <a:solidFill>
          <a:schemeClr val="tx1"/>
        </a:solidFill>
        <a:latin typeface="+mn-lt"/>
        <a:ea typeface="+mn-ea"/>
        <a:cs typeface="+mn-cs"/>
      </a:defRPr>
    </a:lvl8pPr>
    <a:lvl9pPr marL="4388770" algn="l" defTabSz="1097192"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883BD-6F31-40FC-B824-CF267056EC99}" type="slidenum">
              <a:rPr lang="en-US" smtClean="0"/>
              <a:t>1</a:t>
            </a:fld>
            <a:endParaRPr lang="en-US"/>
          </a:p>
        </p:txBody>
      </p:sp>
    </p:spTree>
    <p:extLst>
      <p:ext uri="{BB962C8B-B14F-4D97-AF65-F5344CB8AC3E}">
        <p14:creationId xmlns:p14="http://schemas.microsoft.com/office/powerpoint/2010/main" val="2917517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6C679-F134-B45C-E531-C8D2E58A3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612A6-85DC-0305-E24B-480DA3D97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30723-1FEB-97EE-A414-5ACB8039D9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DCE92A-10D7-BD3C-EE74-3A5756CDD0E0}"/>
              </a:ext>
            </a:extLst>
          </p:cNvPr>
          <p:cNvSpPr>
            <a:spLocks noGrp="1"/>
          </p:cNvSpPr>
          <p:nvPr>
            <p:ph type="sldNum" sz="quarter" idx="5"/>
          </p:nvPr>
        </p:nvSpPr>
        <p:spPr/>
        <p:txBody>
          <a:bodyPr/>
          <a:lstStyle/>
          <a:p>
            <a:fld id="{163883BD-6F31-40FC-B824-CF267056EC99}" type="slidenum">
              <a:rPr lang="en-US" smtClean="0"/>
              <a:t>5</a:t>
            </a:fld>
            <a:endParaRPr lang="en-US"/>
          </a:p>
        </p:txBody>
      </p:sp>
    </p:spTree>
    <p:extLst>
      <p:ext uri="{BB962C8B-B14F-4D97-AF65-F5344CB8AC3E}">
        <p14:creationId xmlns:p14="http://schemas.microsoft.com/office/powerpoint/2010/main" val="301702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slides that describe the patches and bugs. </a:t>
            </a:r>
          </a:p>
        </p:txBody>
      </p:sp>
      <p:sp>
        <p:nvSpPr>
          <p:cNvPr id="4" name="Slide Number Placeholder 3"/>
          <p:cNvSpPr>
            <a:spLocks noGrp="1"/>
          </p:cNvSpPr>
          <p:nvPr>
            <p:ph type="sldNum" sz="quarter" idx="5"/>
          </p:nvPr>
        </p:nvSpPr>
        <p:spPr/>
        <p:txBody>
          <a:bodyPr/>
          <a:lstStyle/>
          <a:p>
            <a:fld id="{163883BD-6F31-40FC-B824-CF267056EC99}" type="slidenum">
              <a:rPr lang="en-US" smtClean="0"/>
              <a:t>7</a:t>
            </a:fld>
            <a:endParaRPr lang="en-US"/>
          </a:p>
        </p:txBody>
      </p:sp>
    </p:spTree>
    <p:extLst>
      <p:ext uri="{BB962C8B-B14F-4D97-AF65-F5344CB8AC3E}">
        <p14:creationId xmlns:p14="http://schemas.microsoft.com/office/powerpoint/2010/main" val="4203366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596" indent="0" algn="ctr">
              <a:buNone/>
              <a:defRPr sz="2400"/>
            </a:lvl2pPr>
            <a:lvl3pPr marL="1097192" indent="0" algn="ctr">
              <a:buNone/>
              <a:defRPr sz="2160"/>
            </a:lvl3pPr>
            <a:lvl4pPr marL="1645788" indent="0" algn="ctr">
              <a:buNone/>
              <a:defRPr sz="1920"/>
            </a:lvl4pPr>
            <a:lvl5pPr marL="2194385" indent="0" algn="ctr">
              <a:buNone/>
              <a:defRPr sz="1920"/>
            </a:lvl5pPr>
            <a:lvl6pPr marL="2742982" indent="0" algn="ctr">
              <a:buNone/>
              <a:defRPr sz="1920"/>
            </a:lvl6pPr>
            <a:lvl7pPr marL="3291576" indent="0" algn="ctr">
              <a:buNone/>
              <a:defRPr sz="1920"/>
            </a:lvl7pPr>
            <a:lvl8pPr marL="3840173" indent="0" algn="ctr">
              <a:buNone/>
              <a:defRPr sz="1920"/>
            </a:lvl8pPr>
            <a:lvl9pPr marL="4388770" indent="0" algn="ctr">
              <a:buNone/>
              <a:defRPr sz="1920"/>
            </a:lvl9pPr>
          </a:lstStyle>
          <a:p>
            <a:r>
              <a:rPr lang="en-US"/>
              <a:t>Click to edit Master subtitle style</a:t>
            </a:r>
          </a:p>
        </p:txBody>
      </p:sp>
    </p:spTree>
    <p:extLst>
      <p:ext uri="{BB962C8B-B14F-4D97-AF65-F5344CB8AC3E}">
        <p14:creationId xmlns:p14="http://schemas.microsoft.com/office/powerpoint/2010/main" val="3717593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DBDE63-2ACB-4B09-BF21-605AB00F9521}" type="datetime4">
              <a:rPr lang="en-US" smtClean="0"/>
              <a:t>April 25, 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t>‹#›</a:t>
            </a:fld>
            <a:endParaRPr lang="en-US"/>
          </a:p>
        </p:txBody>
      </p:sp>
    </p:spTree>
    <p:extLst>
      <p:ext uri="{BB962C8B-B14F-4D97-AF65-F5344CB8AC3E}">
        <p14:creationId xmlns:p14="http://schemas.microsoft.com/office/powerpoint/2010/main" val="1632359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365760" y="7924800"/>
            <a:ext cx="1828800" cy="274320"/>
          </a:xfrm>
        </p:spPr>
        <p:txBody>
          <a:bodyPr/>
          <a:lstStyle/>
          <a:p>
            <a:fld id="{8FE48A4D-1133-4A2D-BF39-379310583034}" type="datetime4">
              <a:rPr lang="en-US" smtClean="0"/>
              <a:t>April 25, 2025</a:t>
            </a:fld>
            <a:endParaRPr lang="en-US" dirty="0"/>
          </a:p>
        </p:txBody>
      </p:sp>
      <p:sp>
        <p:nvSpPr>
          <p:cNvPr id="4" name="Footer Placeholder 3"/>
          <p:cNvSpPr>
            <a:spLocks noGrp="1"/>
          </p:cNvSpPr>
          <p:nvPr>
            <p:ph type="ftr" sz="quarter" idx="11"/>
          </p:nvPr>
        </p:nvSpPr>
        <p:spPr>
          <a:xfrm>
            <a:off x="5029200" y="7924800"/>
            <a:ext cx="4572000" cy="274320"/>
          </a:xfrm>
        </p:spPr>
        <p:txBody>
          <a:bodyPr/>
          <a:lstStyle/>
          <a:p>
            <a:endParaRPr lang="en-US" dirty="0"/>
          </a:p>
        </p:txBody>
      </p:sp>
      <p:sp>
        <p:nvSpPr>
          <p:cNvPr id="5" name="Slide Number Placeholder 4"/>
          <p:cNvSpPr>
            <a:spLocks noGrp="1"/>
          </p:cNvSpPr>
          <p:nvPr>
            <p:ph type="sldNum" sz="quarter" idx="12"/>
          </p:nvPr>
        </p:nvSpPr>
        <p:spPr>
          <a:xfrm>
            <a:off x="13258800" y="7924800"/>
            <a:ext cx="914400" cy="274320"/>
          </a:xfrm>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56575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7B479DC-5A99-487D-BBE5-FCB9C03F2CAF}" type="datetime4">
              <a:rPr lang="en-US" smtClean="0"/>
              <a:t>April 25, 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193752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561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2"/>
      </p:bgRef>
    </p:bg>
    <p:spTree>
      <p:nvGrpSpPr>
        <p:cNvPr id="1" name=""/>
        <p:cNvGrpSpPr/>
        <p:nvPr/>
      </p:nvGrpSpPr>
      <p:grpSpPr>
        <a:xfrm>
          <a:off x="0" y="0"/>
          <a:ext cx="0" cy="0"/>
          <a:chOff x="0" y="0"/>
          <a:chExt cx="0" cy="0"/>
        </a:xfrm>
      </p:grpSpPr>
      <p:sp>
        <p:nvSpPr>
          <p:cNvPr id="9" name="Rectangle 8"/>
          <p:cNvSpPr/>
          <p:nvPr userDrawn="1"/>
        </p:nvSpPr>
        <p:spPr bwMode="ltGray">
          <a:xfrm>
            <a:off x="4" y="-2"/>
            <a:ext cx="14630399" cy="5486400"/>
          </a:xfrm>
          <a:prstGeom prst="rect">
            <a:avLst/>
          </a:prstGeom>
          <a:solidFill>
            <a:schemeClr val="tx1"/>
          </a:solidFill>
          <a:ln w="48000" cap="flat" cmpd="thickThin" algn="ctr">
            <a:noFill/>
            <a:prstDash val="solid"/>
          </a:ln>
          <a:effectLst>
            <a:outerShdw blurRad="50800" dist="38100" dir="5400000" algn="t" rotWithShape="0">
              <a:prstClr val="black">
                <a:alpha val="40000"/>
              </a:prst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defTabSz="1027013"/>
            <a:endParaRPr lang="en-US" sz="1944" dirty="0">
              <a:solidFill>
                <a:prstClr val="white"/>
              </a:solidFill>
            </a:endParaRPr>
          </a:p>
        </p:txBody>
      </p:sp>
      <p:sp>
        <p:nvSpPr>
          <p:cNvPr id="2" name="Title 1"/>
          <p:cNvSpPr>
            <a:spLocks noGrp="1"/>
          </p:cNvSpPr>
          <p:nvPr>
            <p:ph type="ctrTitle"/>
          </p:nvPr>
        </p:nvSpPr>
        <p:spPr>
          <a:xfrm>
            <a:off x="731520" y="2852928"/>
            <a:ext cx="13167360" cy="2468880"/>
          </a:xfrm>
          <a:ln>
            <a:noFill/>
          </a:ln>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ctr">
              <a:defRPr sz="4752" b="1" cap="small" baseline="0">
                <a:solidFill>
                  <a:schemeClr val="accent3"/>
                </a:solidFill>
                <a:effectLst/>
              </a:defRPr>
            </a:lvl1pPr>
            <a:extLst/>
          </a:lstStyle>
          <a:p>
            <a:r>
              <a:rPr kumimoji="0" lang="en-US" dirty="0"/>
              <a:t>Click to edit Master title style</a:t>
            </a:r>
          </a:p>
        </p:txBody>
      </p:sp>
      <p:sp>
        <p:nvSpPr>
          <p:cNvPr id="3" name="Subtitle 2"/>
          <p:cNvSpPr>
            <a:spLocks noGrp="1"/>
          </p:cNvSpPr>
          <p:nvPr>
            <p:ph type="subTitle" idx="1"/>
          </p:nvPr>
        </p:nvSpPr>
        <p:spPr>
          <a:xfrm>
            <a:off x="731520" y="5648350"/>
            <a:ext cx="13167360" cy="2286000"/>
          </a:xfrm>
          <a:prstGeom prst="rect">
            <a:avLst/>
          </a:prstGeom>
        </p:spPr>
        <p:txBody>
          <a:bodyPr lIns="118872" tIns="0" rIns="45720" bIns="0" anchor="t">
            <a:normAutofit/>
          </a:bodyPr>
          <a:lstStyle>
            <a:lvl1pPr marL="0" indent="0" algn="l">
              <a:buNone/>
              <a:defRPr sz="2160">
                <a:solidFill>
                  <a:srgbClr val="FFFFFF"/>
                </a:solidFill>
                <a:effectLst>
                  <a:outerShdw blurRad="50800" dist="38100" dir="2700000" algn="tl" rotWithShape="0">
                    <a:prstClr val="black">
                      <a:alpha val="40000"/>
                    </a:prstClr>
                  </a:outerShdw>
                </a:effectLst>
                <a:latin typeface="Arial Rounded MT Bold" pitchFamily="34" charset="0"/>
              </a:defRPr>
            </a:lvl1pPr>
            <a:lvl2pPr marL="493757" indent="0" algn="ctr">
              <a:buNone/>
              <a:defRPr>
                <a:solidFill>
                  <a:schemeClr val="tx1">
                    <a:tint val="75000"/>
                  </a:schemeClr>
                </a:solidFill>
              </a:defRPr>
            </a:lvl2pPr>
            <a:lvl3pPr marL="987512" indent="0" algn="ctr">
              <a:buNone/>
              <a:defRPr>
                <a:solidFill>
                  <a:schemeClr val="tx1">
                    <a:tint val="75000"/>
                  </a:schemeClr>
                </a:solidFill>
              </a:defRPr>
            </a:lvl3pPr>
            <a:lvl4pPr marL="1481269" indent="0" algn="ctr">
              <a:buNone/>
              <a:defRPr>
                <a:solidFill>
                  <a:schemeClr val="tx1">
                    <a:tint val="75000"/>
                  </a:schemeClr>
                </a:solidFill>
              </a:defRPr>
            </a:lvl4pPr>
            <a:lvl5pPr marL="1975025" indent="0" algn="ctr">
              <a:buNone/>
              <a:defRPr>
                <a:solidFill>
                  <a:schemeClr val="tx1">
                    <a:tint val="75000"/>
                  </a:schemeClr>
                </a:solidFill>
              </a:defRPr>
            </a:lvl5pPr>
            <a:lvl6pPr marL="2468782" indent="0" algn="ctr">
              <a:buNone/>
              <a:defRPr>
                <a:solidFill>
                  <a:schemeClr val="tx1">
                    <a:tint val="75000"/>
                  </a:schemeClr>
                </a:solidFill>
              </a:defRPr>
            </a:lvl6pPr>
            <a:lvl7pPr marL="2962537" indent="0" algn="ctr">
              <a:buNone/>
              <a:defRPr>
                <a:solidFill>
                  <a:schemeClr val="tx1">
                    <a:tint val="75000"/>
                  </a:schemeClr>
                </a:solidFill>
              </a:defRPr>
            </a:lvl7pPr>
            <a:lvl8pPr marL="3456294" indent="0" algn="ctr">
              <a:buNone/>
              <a:defRPr>
                <a:solidFill>
                  <a:schemeClr val="tx1">
                    <a:tint val="75000"/>
                  </a:schemeClr>
                </a:solidFill>
              </a:defRPr>
            </a:lvl8pPr>
            <a:lvl9pPr marL="3950050" indent="0" algn="ctr">
              <a:buNone/>
              <a:defRPr>
                <a:solidFill>
                  <a:schemeClr val="tx1">
                    <a:tint val="75000"/>
                  </a:schemeClr>
                </a:solidFill>
              </a:defRPr>
            </a:lvl9pPr>
            <a:extLst/>
          </a:lstStyle>
          <a:p>
            <a:r>
              <a:rPr kumimoji="0" lang="en-US" dirty="0"/>
              <a:t>Click to edit Master subtitle style</a:t>
            </a: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984480" y="182880"/>
            <a:ext cx="1463040" cy="1097280"/>
          </a:xfrm>
          <a:prstGeom prst="rect">
            <a:avLst/>
          </a:prstGeom>
        </p:spPr>
      </p:pic>
    </p:spTree>
    <p:extLst>
      <p:ext uri="{BB962C8B-B14F-4D97-AF65-F5344CB8AC3E}">
        <p14:creationId xmlns:p14="http://schemas.microsoft.com/office/powerpoint/2010/main" val="352140675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defTabSz="1027013"/>
            <a:fld id="{913A92AA-480A-41C5-B26C-DE02160EB92B}" type="datetime4">
              <a:rPr lang="en-US" smtClean="0">
                <a:solidFill>
                  <a:prstClr val="black"/>
                </a:solidFill>
              </a:rPr>
              <a:t>April 25, 2025</a:t>
            </a:fld>
            <a:endParaRPr lang="en-US" dirty="0">
              <a:solidFill>
                <a:prstClr val="black"/>
              </a:solidFill>
            </a:endParaRPr>
          </a:p>
        </p:txBody>
      </p:sp>
      <p:sp>
        <p:nvSpPr>
          <p:cNvPr id="4" name="Slide Number Placeholder 3"/>
          <p:cNvSpPr>
            <a:spLocks noGrp="1"/>
          </p:cNvSpPr>
          <p:nvPr>
            <p:ph type="sldNum" sz="quarter" idx="11"/>
          </p:nvPr>
        </p:nvSpPr>
        <p:spPr/>
        <p:txBody>
          <a:bodyPr/>
          <a:lstStyle/>
          <a:p>
            <a:pPr defTabSz="1027013"/>
            <a:fld id="{318CB961-8F0C-462E-A5E2-1F3C66FE800A}" type="slidenum">
              <a:rPr lang="en-US" smtClean="0">
                <a:solidFill>
                  <a:prstClr val="black"/>
                </a:solidFill>
              </a:rPr>
              <a:pPr defTabSz="1027013"/>
              <a:t>‹#›</a:t>
            </a:fld>
            <a:endParaRPr lang="en-US" dirty="0">
              <a:solidFill>
                <a:prstClr val="black"/>
              </a:solidFill>
            </a:endParaRPr>
          </a:p>
        </p:txBody>
      </p:sp>
      <p:sp>
        <p:nvSpPr>
          <p:cNvPr id="7" name="Title 6"/>
          <p:cNvSpPr>
            <a:spLocks noGrp="1"/>
          </p:cNvSpPr>
          <p:nvPr>
            <p:ph type="title"/>
          </p:nvPr>
        </p:nvSpPr>
        <p:spPr>
          <a:xfrm>
            <a:off x="457200" y="274320"/>
            <a:ext cx="13716000" cy="914400"/>
          </a:xfrm>
        </p:spPr>
        <p:txBody>
          <a:bodyPr anchor="ctr"/>
          <a:lstStyle/>
          <a:p>
            <a:r>
              <a:rPr lang="en-US" dirty="0"/>
              <a:t>Click to edit Master title style</a:t>
            </a:r>
          </a:p>
        </p:txBody>
      </p:sp>
      <p:sp>
        <p:nvSpPr>
          <p:cNvPr id="8" name="Content Placeholder 2"/>
          <p:cNvSpPr>
            <a:spLocks noGrp="1"/>
          </p:cNvSpPr>
          <p:nvPr>
            <p:ph idx="1"/>
          </p:nvPr>
        </p:nvSpPr>
        <p:spPr>
          <a:xfrm>
            <a:off x="457200" y="1371600"/>
            <a:ext cx="13716000" cy="6400800"/>
          </a:xfrm>
        </p:spPr>
        <p:txBody>
          <a:bodyPr/>
          <a:lstStyle>
            <a:lvl1pPr>
              <a:defRPr>
                <a:latin typeface="+mn-lt"/>
                <a:cs typeface="Arial" pitchFamily="34" charset="0"/>
              </a:defRPr>
            </a:lvl1pPr>
            <a:lvl2pPr>
              <a:defRPr>
                <a:latin typeface="+mn-lt"/>
                <a:cs typeface="Arial" pitchFamily="34" charset="0"/>
              </a:defRPr>
            </a:lvl2pPr>
            <a:lvl3pPr>
              <a:defRPr>
                <a:latin typeface="+mn-lt"/>
                <a:cs typeface="Arial" pitchFamily="34" charset="0"/>
              </a:defRPr>
            </a:lvl3pPr>
            <a:lvl4pPr>
              <a:defRPr>
                <a:latin typeface="+mn-lt"/>
                <a:cs typeface="Arial" pitchFamily="34" charset="0"/>
              </a:defRPr>
            </a:lvl4pPr>
            <a:lvl5pPr>
              <a:defRPr>
                <a:latin typeface="+mn-lt"/>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909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lvl1pPr>
              <a:defRPr/>
            </a:lvl1pPr>
          </a:lstStyle>
          <a:p>
            <a:fld id="{E5C72036-DCB6-4EAA-9C92-B98B6B04C622}" type="datetime4">
              <a:rPr lang="en-US" smtClean="0">
                <a:solidFill>
                  <a:prstClr val="black"/>
                </a:solidFill>
              </a:rPr>
              <a:t>April 25, 2025</a:t>
            </a:fld>
            <a:endParaRPr lang="en-US" dirty="0">
              <a:solidFill>
                <a:prstClr val="black"/>
              </a:solidFill>
            </a:endParaRPr>
          </a:p>
        </p:txBody>
      </p:sp>
      <p:sp>
        <p:nvSpPr>
          <p:cNvPr id="5" name="Rectangle 13"/>
          <p:cNvSpPr>
            <a:spLocks noGrp="1" noChangeArrowheads="1"/>
          </p:cNvSpPr>
          <p:nvPr>
            <p:ph type="sldNum" sz="quarter" idx="4"/>
          </p:nvPr>
        </p:nvSpPr>
        <p:spPr bwMode="auto">
          <a:xfrm>
            <a:off x="12710160" y="7863840"/>
            <a:ext cx="1463040" cy="2743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96" b="1">
                <a:latin typeface="Tahoma" pitchFamily="34" charset="0"/>
                <a:cs typeface="Tahoma" pitchFamily="34" charset="0"/>
              </a:defRPr>
            </a:lvl1pPr>
          </a:lstStyle>
          <a:p>
            <a:fld id="{318CB961-8F0C-462E-A5E2-1F3C66FE800A}"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496543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3121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ctrTitle"/>
          </p:nvPr>
        </p:nvSpPr>
        <p:spPr>
          <a:xfrm>
            <a:off x="2101215" y="1560942"/>
            <a:ext cx="10427971" cy="3011056"/>
          </a:xfrm>
        </p:spPr>
        <p:txBody>
          <a:bodyPr anchor="b">
            <a:normAutofit/>
          </a:bodyPr>
          <a:lstStyle>
            <a:lvl1pPr algn="ctr">
              <a:defRPr sz="5760"/>
            </a:lvl1pPr>
          </a:lstStyle>
          <a:p>
            <a:r>
              <a:rPr lang="en-US"/>
              <a:t>Click to edit Master title style</a:t>
            </a:r>
            <a:endParaRPr lang="en-US" dirty="0"/>
          </a:p>
        </p:txBody>
      </p:sp>
      <p:sp>
        <p:nvSpPr>
          <p:cNvPr id="3" name="Subtitle 2"/>
          <p:cNvSpPr>
            <a:spLocks noGrp="1"/>
          </p:cNvSpPr>
          <p:nvPr>
            <p:ph type="subTitle" idx="1"/>
          </p:nvPr>
        </p:nvSpPr>
        <p:spPr>
          <a:xfrm>
            <a:off x="2101215" y="4663441"/>
            <a:ext cx="10427971" cy="1645919"/>
          </a:xfrm>
        </p:spPr>
        <p:txBody>
          <a:bodyPr>
            <a:normAutofit/>
          </a:bodyPr>
          <a:lstStyle>
            <a:lvl1pPr marL="0" indent="0" algn="ctr">
              <a:buNone/>
              <a:defRPr sz="2640">
                <a:solidFill>
                  <a:schemeClr val="bg1">
                    <a:lumMod val="50000"/>
                  </a:schemeClr>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71280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1096529" y="2840511"/>
            <a:ext cx="12436591"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6464C-9E34-43F6-A0D9-201046EF6594}" type="datetime4">
              <a:rPr lang="en-US" smtClean="0"/>
              <a:t>April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883829022"/>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994276"/>
            <a:ext cx="12422102" cy="3284183"/>
          </a:xfrm>
        </p:spPr>
        <p:txBody>
          <a:bodyPr anchor="b">
            <a:normAutofit/>
          </a:bodyPr>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1096529" y="4388949"/>
            <a:ext cx="12422102" cy="1641820"/>
          </a:xfrm>
        </p:spPr>
        <p:txBody>
          <a:bodyPr>
            <a:normAutofit/>
          </a:bodyPr>
          <a:lstStyle>
            <a:lvl1pPr marL="0" indent="0" algn="ctr">
              <a:buNone/>
              <a:defRPr sz="2400">
                <a:solidFill>
                  <a:schemeClr val="bg1">
                    <a:lumMod val="50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16464C-9E34-43F6-A0D9-201046EF6594}" type="datetime4">
              <a:rPr lang="en-US" smtClean="0"/>
              <a:t>April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585293490"/>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4" name="Title 1"/>
          <p:cNvSpPr>
            <a:spLocks noGrp="1"/>
          </p:cNvSpPr>
          <p:nvPr>
            <p:ph type="title"/>
          </p:nvPr>
        </p:nvSpPr>
        <p:spPr>
          <a:xfrm>
            <a:off x="1096531" y="742221"/>
            <a:ext cx="12437341" cy="1915412"/>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1096529" y="2840511"/>
            <a:ext cx="6127231"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7406640" y="2840511"/>
            <a:ext cx="6126480" cy="4108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1595436932"/>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4" name="Title 1"/>
          <p:cNvSpPr>
            <a:spLocks noGrp="1"/>
          </p:cNvSpPr>
          <p:nvPr>
            <p:ph type="title"/>
          </p:nvPr>
        </p:nvSpPr>
        <p:spPr>
          <a:xfrm>
            <a:off x="1096531" y="742221"/>
            <a:ext cx="12437341" cy="191541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5594" y="2845222"/>
            <a:ext cx="5848169" cy="815993"/>
          </a:xfrm>
        </p:spPr>
        <p:txBody>
          <a:bodyPr anchor="b">
            <a:noAutofit/>
          </a:bodyPr>
          <a:lstStyle>
            <a:lvl1pPr marL="0" indent="0">
              <a:lnSpc>
                <a:spcPct val="85000"/>
              </a:lnSpc>
              <a:buNone/>
              <a:defRPr sz="312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Content Placeholder 3"/>
          <p:cNvSpPr>
            <a:spLocks noGrp="1"/>
          </p:cNvSpPr>
          <p:nvPr>
            <p:ph sz="quarter" idx="13"/>
          </p:nvPr>
        </p:nvSpPr>
        <p:spPr>
          <a:xfrm>
            <a:off x="1096530" y="3661215"/>
            <a:ext cx="6127232" cy="3288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75708" y="2845222"/>
            <a:ext cx="5858165" cy="815993"/>
          </a:xfrm>
        </p:spPr>
        <p:txBody>
          <a:bodyPr anchor="b">
            <a:noAutofit/>
          </a:bodyPr>
          <a:lstStyle>
            <a:lvl1pPr marL="0" indent="0">
              <a:lnSpc>
                <a:spcPct val="85000"/>
              </a:lnSpc>
              <a:buNone/>
              <a:defRPr sz="312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3" name="Content Placeholder 5"/>
          <p:cNvSpPr>
            <a:spLocks noGrp="1"/>
          </p:cNvSpPr>
          <p:nvPr>
            <p:ph sz="quarter" idx="14"/>
          </p:nvPr>
        </p:nvSpPr>
        <p:spPr>
          <a:xfrm>
            <a:off x="7406641" y="3661215"/>
            <a:ext cx="6126481" cy="3288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16464C-9E34-43F6-A0D9-201046EF6594}" type="datetime4">
              <a:rPr lang="en-US" smtClean="0"/>
              <a:t>April 25, 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360720228"/>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E48A4D-1133-4A2D-BF39-379310583034}" type="datetime4">
              <a:rPr lang="en-US" smtClean="0"/>
              <a:t>April 25, 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168540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Date Placeholder 1"/>
          <p:cNvSpPr>
            <a:spLocks noGrp="1"/>
          </p:cNvSpPr>
          <p:nvPr>
            <p:ph type="dt" sz="half" idx="10"/>
          </p:nvPr>
        </p:nvSpPr>
        <p:spPr/>
        <p:txBody>
          <a:bodyPr/>
          <a:lstStyle/>
          <a:p>
            <a:fld id="{37B479DC-5A99-487D-BBE5-FCB9C03F2CAF}" type="datetime4">
              <a:rPr lang="en-US" smtClean="0"/>
              <a:t>April 25, 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4655743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30" y="731520"/>
            <a:ext cx="4722826" cy="2427902"/>
          </a:xfrm>
        </p:spPr>
        <p:txBody>
          <a:bodyPr anchor="b"/>
          <a:lstStyle>
            <a:lvl1pPr algn="ctr">
              <a:defRPr sz="3840"/>
            </a:lvl1pPr>
          </a:lstStyle>
          <a:p>
            <a:r>
              <a:rPr lang="en-US"/>
              <a:t>Click to edit Master title style</a:t>
            </a:r>
            <a:endParaRPr lang="en-US" dirty="0"/>
          </a:p>
        </p:txBody>
      </p:sp>
      <p:sp>
        <p:nvSpPr>
          <p:cNvPr id="10" name="Content Placeholder 2"/>
          <p:cNvSpPr>
            <a:spLocks noGrp="1"/>
          </p:cNvSpPr>
          <p:nvPr>
            <p:ph sz="quarter" idx="13"/>
          </p:nvPr>
        </p:nvSpPr>
        <p:spPr>
          <a:xfrm>
            <a:off x="6093675" y="731521"/>
            <a:ext cx="7440196" cy="62179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96529" y="3159422"/>
            <a:ext cx="4722827" cy="3790018"/>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840164687"/>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731520"/>
            <a:ext cx="7121963" cy="2427905"/>
          </a:xfrm>
        </p:spPr>
        <p:txBody>
          <a:bodyPr anchor="b"/>
          <a:lstStyle>
            <a:lvl1pPr algn="ct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909763" y="731521"/>
            <a:ext cx="3906430" cy="621792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96553" y="3159423"/>
            <a:ext cx="7121939" cy="3790016"/>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776798942"/>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53" y="5147249"/>
            <a:ext cx="12437318" cy="973932"/>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21693" y="837913"/>
            <a:ext cx="11787038" cy="3856963"/>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96529" y="6130474"/>
            <a:ext cx="12437342" cy="818966"/>
          </a:xfrm>
        </p:spPr>
        <p:txBody>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323861637"/>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29" y="731519"/>
            <a:ext cx="12437342" cy="4112694"/>
          </a:xfrm>
        </p:spPr>
        <p:txBody>
          <a:bodyPr anchor="ctr"/>
          <a:lstStyle>
            <a:lvl1pPr algn="ctr">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096530" y="5045785"/>
            <a:ext cx="12437342" cy="1903656"/>
          </a:xfrm>
        </p:spPr>
        <p:txBody>
          <a:bodyPr anchor="ct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291200955"/>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735455" y="731520"/>
            <a:ext cx="11163302" cy="3591485"/>
          </a:xfrm>
        </p:spPr>
        <p:txBody>
          <a:bodyPr anchor="ctr"/>
          <a:lstStyle>
            <a:lvl1pPr>
              <a:defRPr sz="3840"/>
            </a:lvl1pPr>
          </a:lstStyle>
          <a:p>
            <a:r>
              <a:rPr lang="en-US"/>
              <a:t>Click to edit Master title style</a:t>
            </a:r>
            <a:endParaRPr lang="en-US" dirty="0"/>
          </a:p>
        </p:txBody>
      </p:sp>
      <p:sp>
        <p:nvSpPr>
          <p:cNvPr id="12" name="Text Placeholder 3"/>
          <p:cNvSpPr>
            <a:spLocks noGrp="1"/>
          </p:cNvSpPr>
          <p:nvPr>
            <p:ph type="body" sz="half" idx="13"/>
          </p:nvPr>
        </p:nvSpPr>
        <p:spPr>
          <a:xfrm>
            <a:off x="2064773" y="4332038"/>
            <a:ext cx="10502759" cy="713746"/>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096529" y="5247356"/>
            <a:ext cx="12437342" cy="1705264"/>
          </a:xfrm>
        </p:spPr>
        <p:txBody>
          <a:bodyPr anchor="ctr">
            <a:normAutofit/>
          </a:bodyPr>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
        <p:nvSpPr>
          <p:cNvPr id="13" name="TextBox 12"/>
          <p:cNvSpPr txBox="1"/>
          <p:nvPr/>
        </p:nvSpPr>
        <p:spPr>
          <a:xfrm>
            <a:off x="1201786" y="90499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4" name="TextBox 13"/>
          <p:cNvSpPr txBox="1"/>
          <p:nvPr/>
        </p:nvSpPr>
        <p:spPr>
          <a:xfrm>
            <a:off x="12669070" y="3592294"/>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3096339381"/>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a:xfrm>
            <a:off x="1096530" y="2566466"/>
            <a:ext cx="12437342" cy="3014202"/>
          </a:xfrm>
        </p:spPr>
        <p:txBody>
          <a:bodyPr anchor="b"/>
          <a:lstStyle>
            <a:lvl1pPr algn="ctr">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096530" y="5594802"/>
            <a:ext cx="12437342" cy="1368773"/>
          </a:xfrm>
        </p:spPr>
        <p:txBody>
          <a:bodyPr anchor="t"/>
          <a:lstStyle>
            <a:lvl1pPr marL="0" indent="0" algn="ctr">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D016464C-9E34-43F6-A0D9-201046EF6594}" type="datetime4">
              <a:rPr lang="en-US" smtClean="0"/>
              <a:t>April 25, 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1745303698"/>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5" name="Title 1"/>
          <p:cNvSpPr>
            <a:spLocks noGrp="1"/>
          </p:cNvSpPr>
          <p:nvPr>
            <p:ph type="title"/>
          </p:nvPr>
        </p:nvSpPr>
        <p:spPr>
          <a:xfrm>
            <a:off x="1096529" y="731520"/>
            <a:ext cx="12437342" cy="192611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096529" y="2840512"/>
            <a:ext cx="3958771"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1096529" y="3532027"/>
            <a:ext cx="3958771"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342868" y="2840512"/>
            <a:ext cx="3949825"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Text Placeholder 3"/>
          <p:cNvSpPr>
            <a:spLocks noGrp="1"/>
          </p:cNvSpPr>
          <p:nvPr>
            <p:ph type="body" sz="half" idx="16"/>
          </p:nvPr>
        </p:nvSpPr>
        <p:spPr>
          <a:xfrm>
            <a:off x="5329618" y="3532027"/>
            <a:ext cx="3964021"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567957" y="2840512"/>
            <a:ext cx="3965914" cy="691514"/>
          </a:xfrm>
        </p:spPr>
        <p:txBody>
          <a:bodyPr anchor="b">
            <a:noAutofit/>
          </a:bodyPr>
          <a:lstStyle>
            <a:lvl1pPr marL="0" indent="0" algn="ctr">
              <a:lnSpc>
                <a:spcPct val="85000"/>
              </a:lnSpc>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3"/>
          <p:cNvSpPr>
            <a:spLocks noGrp="1"/>
          </p:cNvSpPr>
          <p:nvPr>
            <p:ph type="body" sz="half" idx="17"/>
          </p:nvPr>
        </p:nvSpPr>
        <p:spPr>
          <a:xfrm>
            <a:off x="9567957" y="3532027"/>
            <a:ext cx="3965914" cy="3417414"/>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D016464C-9E34-43F6-A0D9-201046EF6594}" type="datetime4">
              <a:rPr lang="en-US" smtClean="0"/>
              <a:t>April 25, 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879910120"/>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30" name="Title 1"/>
          <p:cNvSpPr>
            <a:spLocks noGrp="1"/>
          </p:cNvSpPr>
          <p:nvPr>
            <p:ph type="title"/>
          </p:nvPr>
        </p:nvSpPr>
        <p:spPr>
          <a:xfrm>
            <a:off x="1096529" y="732927"/>
            <a:ext cx="12437342" cy="1924706"/>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096529" y="5045784"/>
            <a:ext cx="3955691"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1096529" y="2840512"/>
            <a:ext cx="3955691" cy="18288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1" name="Text Placeholder 3"/>
          <p:cNvSpPr>
            <a:spLocks noGrp="1"/>
          </p:cNvSpPr>
          <p:nvPr>
            <p:ph type="body" sz="half" idx="18"/>
          </p:nvPr>
        </p:nvSpPr>
        <p:spPr>
          <a:xfrm>
            <a:off x="1096529" y="5737298"/>
            <a:ext cx="3955691" cy="1212142"/>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331311" y="5045784"/>
            <a:ext cx="3962194"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329618" y="2840512"/>
            <a:ext cx="3964022" cy="18288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19"/>
          </p:nvPr>
        </p:nvSpPr>
        <p:spPr>
          <a:xfrm>
            <a:off x="5329618" y="5737297"/>
            <a:ext cx="3964022" cy="1212143"/>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567958" y="5045784"/>
            <a:ext cx="3960817" cy="691514"/>
          </a:xfrm>
        </p:spPr>
        <p:txBody>
          <a:bodyPr anchor="b">
            <a:noAutofit/>
          </a:bodyPr>
          <a:lstStyle>
            <a:lvl1pPr marL="0" indent="0" algn="ctr">
              <a:lnSpc>
                <a:spcPct val="85000"/>
              </a:lnSpc>
              <a:buNone/>
              <a:defRPr sz="264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567957" y="2840512"/>
            <a:ext cx="3965914" cy="18288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7" name="Text Placeholder 3"/>
          <p:cNvSpPr>
            <a:spLocks noGrp="1"/>
          </p:cNvSpPr>
          <p:nvPr>
            <p:ph type="body" sz="half" idx="20"/>
          </p:nvPr>
        </p:nvSpPr>
        <p:spPr>
          <a:xfrm>
            <a:off x="9567808" y="5737294"/>
            <a:ext cx="3966064" cy="1212145"/>
          </a:xfrm>
        </p:spPr>
        <p:txBody>
          <a:bodyPr anchor="t">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D016464C-9E34-43F6-A0D9-201046EF6594}" type="datetime4">
              <a:rPr lang="en-US" smtClean="0"/>
              <a:t>April 25, 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346473622"/>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1096530" y="2840512"/>
            <a:ext cx="12437342" cy="41089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6464C-9E34-43F6-A0D9-201046EF6594}" type="datetime4">
              <a:rPr lang="en-US" smtClean="0"/>
              <a:t>April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3083209645"/>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Vertical Title 1"/>
          <p:cNvSpPr>
            <a:spLocks noGrp="1"/>
          </p:cNvSpPr>
          <p:nvPr>
            <p:ph type="title" orient="vert"/>
          </p:nvPr>
        </p:nvSpPr>
        <p:spPr>
          <a:xfrm>
            <a:off x="10469880" y="731522"/>
            <a:ext cx="3063991" cy="621791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1096530" y="731522"/>
            <a:ext cx="9190469" cy="621791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6464C-9E34-43F6-A0D9-201046EF6594}" type="datetime4">
              <a:rPr lang="en-US" smtClean="0"/>
              <a:t>April 25,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pPr/>
              <a:t>‹#›</a:t>
            </a:fld>
            <a:endParaRPr lang="en-US" dirty="0"/>
          </a:p>
        </p:txBody>
      </p:sp>
    </p:spTree>
    <p:extLst>
      <p:ext uri="{BB962C8B-B14F-4D97-AF65-F5344CB8AC3E}">
        <p14:creationId xmlns:p14="http://schemas.microsoft.com/office/powerpoint/2010/main" val="2595737237"/>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16369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DBDE63-2ACB-4B09-BF21-605AB00F9521}" type="datetime4">
              <a:rPr lang="en-US" smtClean="0"/>
              <a:t>April 25, 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F8CA35-127F-4120-8DD7-A2A0EE2D356A}" type="slidenum">
              <a:rPr lang="en-US" smtClean="0"/>
              <a:t>‹#›</a:t>
            </a:fld>
            <a:endParaRPr lang="en-US"/>
          </a:p>
        </p:txBody>
      </p:sp>
    </p:spTree>
    <p:extLst>
      <p:ext uri="{BB962C8B-B14F-4D97-AF65-F5344CB8AC3E}">
        <p14:creationId xmlns:p14="http://schemas.microsoft.com/office/powerpoint/2010/main" val="2507003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image" Target="../media/image3.png"/><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3.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image" Target="../media/image2.png"/><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7857662"/>
            <a:ext cx="14630400" cy="457200"/>
          </a:xfrm>
          <a:prstGeom prst="rect">
            <a:avLst/>
          </a:prstGeom>
          <a:solidFill>
            <a:srgbClr val="003D4C"/>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800">
              <a:ln>
                <a:solidFill>
                  <a:schemeClr val="accent5"/>
                </a:solidFill>
              </a:ln>
            </a:endParaRPr>
          </a:p>
        </p:txBody>
      </p:sp>
      <p:sp>
        <p:nvSpPr>
          <p:cNvPr id="2" name="Title Placeholder 1"/>
          <p:cNvSpPr>
            <a:spLocks noGrp="1"/>
          </p:cNvSpPr>
          <p:nvPr>
            <p:ph type="title"/>
          </p:nvPr>
        </p:nvSpPr>
        <p:spPr>
          <a:xfrm>
            <a:off x="914400" y="1188720"/>
            <a:ext cx="12801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4400" y="2194560"/>
            <a:ext cx="12801600" cy="5212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5760" y="7955280"/>
            <a:ext cx="1828800" cy="274320"/>
          </a:xfrm>
          <a:prstGeom prst="rect">
            <a:avLst/>
          </a:prstGeom>
        </p:spPr>
        <p:txBody>
          <a:bodyPr vert="horz" lIns="91440" tIns="45720" rIns="91440" bIns="45720" rtlCol="0" anchor="ctr"/>
          <a:lstStyle>
            <a:lvl1pPr algn="l">
              <a:defRPr sz="1400" b="1">
                <a:solidFill>
                  <a:srgbClr val="F1BE48"/>
                </a:solidFill>
                <a:latin typeface="Tahoma" panose="020B0604030504040204" pitchFamily="34" charset="0"/>
                <a:ea typeface="Tahoma" panose="020B0604030504040204" pitchFamily="34" charset="0"/>
                <a:cs typeface="Tahoma" panose="020B0604030504040204" pitchFamily="34" charset="0"/>
              </a:defRPr>
            </a:lvl1pPr>
          </a:lstStyle>
          <a:p>
            <a:fld id="{D016464C-9E34-43F6-A0D9-201046EF6594}" type="datetime4">
              <a:rPr lang="en-US" smtClean="0"/>
              <a:t>April 25, 2025</a:t>
            </a:fld>
            <a:endParaRPr lang="en-US" dirty="0"/>
          </a:p>
        </p:txBody>
      </p:sp>
      <p:sp>
        <p:nvSpPr>
          <p:cNvPr id="5" name="Footer Placeholder 4"/>
          <p:cNvSpPr>
            <a:spLocks noGrp="1"/>
          </p:cNvSpPr>
          <p:nvPr>
            <p:ph type="ftr" sz="quarter" idx="3"/>
          </p:nvPr>
        </p:nvSpPr>
        <p:spPr>
          <a:xfrm>
            <a:off x="5029200" y="7955280"/>
            <a:ext cx="4572000" cy="274320"/>
          </a:xfrm>
          <a:prstGeom prst="rect">
            <a:avLst/>
          </a:prstGeom>
        </p:spPr>
        <p:txBody>
          <a:bodyPr vert="horz" lIns="91440" tIns="45720" rIns="91440" bIns="45720" rtlCol="0" anchor="ctr"/>
          <a:lstStyle>
            <a:lvl1pPr algn="ctr">
              <a:defRPr sz="1400" b="1">
                <a:solidFill>
                  <a:srgbClr val="F1BE48"/>
                </a:solidFill>
                <a:latin typeface="Tahoma" panose="020B0604030504040204" pitchFamily="34" charset="0"/>
                <a:ea typeface="Tahoma" panose="020B0604030504040204" pitchFamily="34" charset="0"/>
                <a:cs typeface="Tahoma" panose="020B0604030504040204" pitchFamily="34" charset="0"/>
              </a:defRPr>
            </a:lvl1pPr>
          </a:lstStyle>
          <a:p>
            <a:endParaRPr lang="en-US" dirty="0"/>
          </a:p>
        </p:txBody>
      </p:sp>
      <p:sp>
        <p:nvSpPr>
          <p:cNvPr id="6" name="Slide Number Placeholder 5"/>
          <p:cNvSpPr>
            <a:spLocks noGrp="1"/>
          </p:cNvSpPr>
          <p:nvPr>
            <p:ph type="sldNum" sz="quarter" idx="4"/>
          </p:nvPr>
        </p:nvSpPr>
        <p:spPr>
          <a:xfrm>
            <a:off x="13258800" y="7955280"/>
            <a:ext cx="914400" cy="274320"/>
          </a:xfrm>
          <a:prstGeom prst="rect">
            <a:avLst/>
          </a:prstGeom>
        </p:spPr>
        <p:txBody>
          <a:bodyPr vert="horz" lIns="91440" tIns="45720" rIns="91440" bIns="45720" rtlCol="0" anchor="ctr"/>
          <a:lstStyle>
            <a:lvl1pPr algn="r">
              <a:defRPr sz="1400" b="1">
                <a:solidFill>
                  <a:srgbClr val="F1BE48"/>
                </a:solidFill>
                <a:latin typeface="Tahoma" panose="020B0604030504040204" pitchFamily="34" charset="0"/>
                <a:ea typeface="Tahoma" panose="020B0604030504040204" pitchFamily="34" charset="0"/>
                <a:cs typeface="Tahoma" panose="020B0604030504040204" pitchFamily="34" charset="0"/>
              </a:defRPr>
            </a:lvl1pPr>
          </a:lstStyle>
          <a:p>
            <a:fld id="{BEF8CA35-127F-4120-8DD7-A2A0EE2D356A}" type="slidenum">
              <a:rPr lang="en-US" smtClean="0"/>
              <a:pPr/>
              <a:t>‹#›</a:t>
            </a:fld>
            <a:endParaRPr lang="en-US" dirty="0"/>
          </a:p>
        </p:txBody>
      </p:sp>
      <p:sp>
        <p:nvSpPr>
          <p:cNvPr id="7" name="Rectangle 6"/>
          <p:cNvSpPr/>
          <p:nvPr userDrawn="1"/>
        </p:nvSpPr>
        <p:spPr>
          <a:xfrm>
            <a:off x="0" y="-1"/>
            <a:ext cx="14630400" cy="914400"/>
          </a:xfrm>
          <a:prstGeom prst="rect">
            <a:avLst/>
          </a:prstGeom>
          <a:solidFill>
            <a:srgbClr val="C8102E"/>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592"/>
          </a:p>
        </p:txBody>
      </p:sp>
      <p:sp>
        <p:nvSpPr>
          <p:cNvPr id="8" name="Rectangle 7"/>
          <p:cNvSpPr/>
          <p:nvPr userDrawn="1"/>
        </p:nvSpPr>
        <p:spPr>
          <a:xfrm>
            <a:off x="0" y="914400"/>
            <a:ext cx="14630400" cy="182880"/>
          </a:xfrm>
          <a:prstGeom prst="rect">
            <a:avLst/>
          </a:prstGeom>
          <a:solidFill>
            <a:srgbClr val="F1B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a:p>
        </p:txBody>
      </p:sp>
      <p:pic>
        <p:nvPicPr>
          <p:cNvPr id="9" name="Picture 8"/>
          <p:cNvPicPr>
            <a:picLocks noChangeAspect="1"/>
          </p:cNvPicPr>
          <p:nvPr userDrawn="1"/>
        </p:nvPicPr>
        <p:blipFill rotWithShape="1">
          <a:blip r:embed="rId7" cstate="print">
            <a:extLst>
              <a:ext uri="{28A0092B-C50C-407E-A947-70E740481C1C}">
                <a14:useLocalDpi xmlns:a14="http://schemas.microsoft.com/office/drawing/2010/main" val="0"/>
              </a:ext>
            </a:extLst>
          </a:blip>
          <a:srcRect b="33321"/>
          <a:stretch/>
        </p:blipFill>
        <p:spPr>
          <a:xfrm>
            <a:off x="182880" y="243191"/>
            <a:ext cx="4572000" cy="428018"/>
          </a:xfrm>
          <a:prstGeom prst="rect">
            <a:avLst/>
          </a:prstGeom>
        </p:spPr>
      </p:pic>
      <p:sp>
        <p:nvSpPr>
          <p:cNvPr id="10" name="Title 1"/>
          <p:cNvSpPr txBox="1">
            <a:spLocks/>
          </p:cNvSpPr>
          <p:nvPr userDrawn="1"/>
        </p:nvSpPr>
        <p:spPr>
          <a:xfrm>
            <a:off x="7680960" y="1"/>
            <a:ext cx="6949440" cy="868754"/>
          </a:xfrm>
          <a:prstGeom prst="rect">
            <a:avLst/>
          </a:prstGeom>
        </p:spPr>
        <p:txBody>
          <a:bodyPr vert="horz" lIns="109728" tIns="54864" rIns="109728" bIns="54864"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800" baseline="0" dirty="0">
              <a:solidFill>
                <a:srgbClr val="F8F8F8"/>
              </a:solidFill>
              <a:latin typeface="Univers LT Std 55" panose="020B0603020202020204" pitchFamily="34" charset="0"/>
            </a:endParaRPr>
          </a:p>
        </p:txBody>
      </p:sp>
      <p:pic>
        <p:nvPicPr>
          <p:cNvPr id="12" name="Picture 1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3533120" y="91440"/>
            <a:ext cx="975360" cy="731520"/>
          </a:xfrm>
          <a:prstGeom prst="rect">
            <a:avLst/>
          </a:prstGeom>
        </p:spPr>
      </p:pic>
    </p:spTree>
    <p:extLst>
      <p:ext uri="{BB962C8B-B14F-4D97-AF65-F5344CB8AC3E}">
        <p14:creationId xmlns:p14="http://schemas.microsoft.com/office/powerpoint/2010/main" val="3621031418"/>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68" r:id="rId3"/>
    <p:sldLayoutId id="2147483669" r:id="rId4"/>
    <p:sldLayoutId id="2147483675" r:id="rId5"/>
  </p:sldLayoutIdLst>
  <p:hf hdr="0" ftr="0"/>
  <p:txStyles>
    <p:titleStyle>
      <a:lvl1pPr algn="l" defTabSz="1097192" rtl="0" eaLnBrk="1" latinLnBrk="0" hangingPunct="1">
        <a:lnSpc>
          <a:spcPct val="90000"/>
        </a:lnSpc>
        <a:spcBef>
          <a:spcPct val="0"/>
        </a:spcBef>
        <a:buNone/>
        <a:defRPr sz="4000" b="1" kern="1200">
          <a:solidFill>
            <a:srgbClr val="C8102E"/>
          </a:solidFill>
          <a:latin typeface="+mj-lt"/>
          <a:ea typeface="+mj-ea"/>
          <a:cs typeface="+mj-cs"/>
        </a:defRPr>
      </a:lvl1pPr>
    </p:titleStyle>
    <p:bodyStyle>
      <a:lvl1pPr marL="274298" indent="-274298" algn="l" defTabSz="1097192" rtl="0" eaLnBrk="1" latinLnBrk="0" hangingPunct="1">
        <a:lnSpc>
          <a:spcPct val="90000"/>
        </a:lnSpc>
        <a:spcBef>
          <a:spcPts val="1200"/>
        </a:spcBef>
        <a:buFont typeface="Arial" panose="020B0604020202020204" pitchFamily="34" charset="0"/>
        <a:buChar char="•"/>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822895" indent="-274298" algn="l" defTabSz="1097192" rtl="0" eaLnBrk="1" latinLnBrk="0" hangingPunct="1">
        <a:lnSpc>
          <a:spcPct val="90000"/>
        </a:lnSpc>
        <a:spcBef>
          <a:spcPts val="6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371490" indent="-274298" algn="l" defTabSz="1097192" rtl="0" eaLnBrk="1" latinLnBrk="0" hangingPunct="1">
        <a:lnSpc>
          <a:spcPct val="90000"/>
        </a:lnSpc>
        <a:spcBef>
          <a:spcPts val="6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920086" indent="-274298" algn="l" defTabSz="1097192" rtl="0" eaLnBrk="1" latinLnBrk="0" hangingPunct="1">
        <a:lnSpc>
          <a:spcPct val="90000"/>
        </a:lnSpc>
        <a:spcBef>
          <a:spcPts val="6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468683" indent="-274298" algn="l" defTabSz="1097192" rtl="0" eaLnBrk="1" latinLnBrk="0" hangingPunct="1">
        <a:lnSpc>
          <a:spcPct val="90000"/>
        </a:lnSpc>
        <a:spcBef>
          <a:spcPts val="6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3017279" indent="-274298" algn="l" defTabSz="1097192"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5874" indent="-274298" algn="l" defTabSz="1097192"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471" indent="-274298" algn="l" defTabSz="1097192"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068" indent="-274298" algn="l" defTabSz="1097192"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192" rtl="0" eaLnBrk="1" latinLnBrk="0" hangingPunct="1">
        <a:defRPr sz="2160" kern="1200">
          <a:solidFill>
            <a:schemeClr val="tx1"/>
          </a:solidFill>
          <a:latin typeface="+mn-lt"/>
          <a:ea typeface="+mn-ea"/>
          <a:cs typeface="+mn-cs"/>
        </a:defRPr>
      </a:lvl1pPr>
      <a:lvl2pPr marL="548596" algn="l" defTabSz="1097192" rtl="0" eaLnBrk="1" latinLnBrk="0" hangingPunct="1">
        <a:defRPr sz="2160" kern="1200">
          <a:solidFill>
            <a:schemeClr val="tx1"/>
          </a:solidFill>
          <a:latin typeface="+mn-lt"/>
          <a:ea typeface="+mn-ea"/>
          <a:cs typeface="+mn-cs"/>
        </a:defRPr>
      </a:lvl2pPr>
      <a:lvl3pPr marL="1097192" algn="l" defTabSz="1097192" rtl="0" eaLnBrk="1" latinLnBrk="0" hangingPunct="1">
        <a:defRPr sz="2160" kern="1200">
          <a:solidFill>
            <a:schemeClr val="tx1"/>
          </a:solidFill>
          <a:latin typeface="+mn-lt"/>
          <a:ea typeface="+mn-ea"/>
          <a:cs typeface="+mn-cs"/>
        </a:defRPr>
      </a:lvl3pPr>
      <a:lvl4pPr marL="1645788" algn="l" defTabSz="1097192" rtl="0" eaLnBrk="1" latinLnBrk="0" hangingPunct="1">
        <a:defRPr sz="2160" kern="1200">
          <a:solidFill>
            <a:schemeClr val="tx1"/>
          </a:solidFill>
          <a:latin typeface="+mn-lt"/>
          <a:ea typeface="+mn-ea"/>
          <a:cs typeface="+mn-cs"/>
        </a:defRPr>
      </a:lvl4pPr>
      <a:lvl5pPr marL="2194385" algn="l" defTabSz="1097192" rtl="0" eaLnBrk="1" latinLnBrk="0" hangingPunct="1">
        <a:defRPr sz="2160" kern="1200">
          <a:solidFill>
            <a:schemeClr val="tx1"/>
          </a:solidFill>
          <a:latin typeface="+mn-lt"/>
          <a:ea typeface="+mn-ea"/>
          <a:cs typeface="+mn-cs"/>
        </a:defRPr>
      </a:lvl5pPr>
      <a:lvl6pPr marL="2742982" algn="l" defTabSz="1097192" rtl="0" eaLnBrk="1" latinLnBrk="0" hangingPunct="1">
        <a:defRPr sz="2160" kern="1200">
          <a:solidFill>
            <a:schemeClr val="tx1"/>
          </a:solidFill>
          <a:latin typeface="+mn-lt"/>
          <a:ea typeface="+mn-ea"/>
          <a:cs typeface="+mn-cs"/>
        </a:defRPr>
      </a:lvl6pPr>
      <a:lvl7pPr marL="3291576" algn="l" defTabSz="1097192" rtl="0" eaLnBrk="1" latinLnBrk="0" hangingPunct="1">
        <a:defRPr sz="2160" kern="1200">
          <a:solidFill>
            <a:schemeClr val="tx1"/>
          </a:solidFill>
          <a:latin typeface="+mn-lt"/>
          <a:ea typeface="+mn-ea"/>
          <a:cs typeface="+mn-cs"/>
        </a:defRPr>
      </a:lvl7pPr>
      <a:lvl8pPr marL="3840173" algn="l" defTabSz="1097192" rtl="0" eaLnBrk="1" latinLnBrk="0" hangingPunct="1">
        <a:defRPr sz="2160" kern="1200">
          <a:solidFill>
            <a:schemeClr val="tx1"/>
          </a:solidFill>
          <a:latin typeface="+mn-lt"/>
          <a:ea typeface="+mn-ea"/>
          <a:cs typeface="+mn-cs"/>
        </a:defRPr>
      </a:lvl8pPr>
      <a:lvl9pPr marL="4388770" algn="l" defTabSz="1097192"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3801" name="Rectangle 9"/>
          <p:cNvSpPr>
            <a:spLocks noGrp="1" noChangeArrowheads="1"/>
          </p:cNvSpPr>
          <p:nvPr>
            <p:ph type="title"/>
          </p:nvPr>
        </p:nvSpPr>
        <p:spPr bwMode="auto">
          <a:xfrm>
            <a:off x="457200" y="274320"/>
            <a:ext cx="13716000"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dirty="0"/>
              <a:t>Click to edit Master title style for multiline titles possibly</a:t>
            </a:r>
          </a:p>
        </p:txBody>
      </p:sp>
      <p:sp>
        <p:nvSpPr>
          <p:cNvPr id="33802" name="Rectangle 10"/>
          <p:cNvSpPr>
            <a:spLocks noGrp="1" noChangeArrowheads="1"/>
          </p:cNvSpPr>
          <p:nvPr>
            <p:ph type="body" idx="1"/>
          </p:nvPr>
        </p:nvSpPr>
        <p:spPr bwMode="auto">
          <a:xfrm>
            <a:off x="457200" y="1371600"/>
            <a:ext cx="13716000" cy="6400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3803" name="Rectangle 11"/>
          <p:cNvSpPr>
            <a:spLocks noGrp="1" noChangeArrowheads="1"/>
          </p:cNvSpPr>
          <p:nvPr>
            <p:ph type="dt" sz="half" idx="2"/>
          </p:nvPr>
        </p:nvSpPr>
        <p:spPr bwMode="auto">
          <a:xfrm>
            <a:off x="457200" y="7863840"/>
            <a:ext cx="2194560" cy="2743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defRPr sz="1296" b="1">
                <a:latin typeface="Tahoma" pitchFamily="34" charset="0"/>
                <a:cs typeface="Tahoma" pitchFamily="34" charset="0"/>
              </a:defRPr>
            </a:lvl1pPr>
          </a:lstStyle>
          <a:p>
            <a:pPr defTabSz="1027013"/>
            <a:fld id="{565D5DA2-603C-47DD-A28B-C395397B35A6}" type="datetime4">
              <a:rPr lang="en-US" smtClean="0">
                <a:solidFill>
                  <a:prstClr val="black"/>
                </a:solidFill>
              </a:rPr>
              <a:t>April 25, 2025</a:t>
            </a:fld>
            <a:endParaRPr lang="en-US" dirty="0">
              <a:solidFill>
                <a:prstClr val="black"/>
              </a:solidFill>
            </a:endParaRPr>
          </a:p>
        </p:txBody>
      </p:sp>
      <p:sp>
        <p:nvSpPr>
          <p:cNvPr id="33805" name="Rectangle 13"/>
          <p:cNvSpPr>
            <a:spLocks noGrp="1" noChangeArrowheads="1"/>
          </p:cNvSpPr>
          <p:nvPr>
            <p:ph type="sldNum" sz="quarter" idx="4"/>
          </p:nvPr>
        </p:nvSpPr>
        <p:spPr bwMode="auto">
          <a:xfrm>
            <a:off x="12710160" y="7863840"/>
            <a:ext cx="1463040" cy="27432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296" b="1">
                <a:latin typeface="Tahoma" pitchFamily="34" charset="0"/>
                <a:cs typeface="Tahoma" pitchFamily="34" charset="0"/>
              </a:defRPr>
            </a:lvl1pPr>
          </a:lstStyle>
          <a:p>
            <a:pPr defTabSz="1027013"/>
            <a:fld id="{318CB961-8F0C-462E-A5E2-1F3C66FE800A}" type="slidenum">
              <a:rPr lang="en-US" smtClean="0">
                <a:solidFill>
                  <a:prstClr val="black"/>
                </a:solidFill>
              </a:rPr>
              <a:pPr defTabSz="1027013"/>
              <a:t>‹#›</a:t>
            </a:fld>
            <a:endParaRPr lang="en-US" dirty="0">
              <a:solidFill>
                <a:prstClr val="black"/>
              </a:solidFill>
            </a:endParaRPr>
          </a:p>
        </p:txBody>
      </p:sp>
    </p:spTree>
    <p:extLst>
      <p:ext uri="{BB962C8B-B14F-4D97-AF65-F5344CB8AC3E}">
        <p14:creationId xmlns:p14="http://schemas.microsoft.com/office/powerpoint/2010/main" val="338321210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ftr="0"/>
  <p:txStyles>
    <p:titleStyle>
      <a:lvl1pPr algn="l" rtl="0" fontAlgn="base">
        <a:spcBef>
          <a:spcPct val="0"/>
        </a:spcBef>
        <a:spcAft>
          <a:spcPct val="0"/>
        </a:spcAft>
        <a:defRPr sz="4400" b="1">
          <a:solidFill>
            <a:srgbClr val="3333FF"/>
          </a:solidFill>
          <a:effectLst/>
          <a:latin typeface="Gill Sans"/>
          <a:ea typeface="+mj-ea"/>
          <a:cs typeface="+mj-cs"/>
        </a:defRPr>
      </a:lvl1pPr>
      <a:lvl2pPr algn="l" rtl="0" fontAlgn="base">
        <a:spcBef>
          <a:spcPct val="0"/>
        </a:spcBef>
        <a:spcAft>
          <a:spcPct val="0"/>
        </a:spcAft>
        <a:defRPr sz="4320">
          <a:solidFill>
            <a:schemeClr val="tx2"/>
          </a:solidFill>
          <a:latin typeface="Tahoma" pitchFamily="34" charset="0"/>
        </a:defRPr>
      </a:lvl2pPr>
      <a:lvl3pPr algn="l" rtl="0" fontAlgn="base">
        <a:spcBef>
          <a:spcPct val="0"/>
        </a:spcBef>
        <a:spcAft>
          <a:spcPct val="0"/>
        </a:spcAft>
        <a:defRPr sz="4320">
          <a:solidFill>
            <a:schemeClr val="tx2"/>
          </a:solidFill>
          <a:latin typeface="Tahoma" pitchFamily="34" charset="0"/>
        </a:defRPr>
      </a:lvl3pPr>
      <a:lvl4pPr algn="l" rtl="0" fontAlgn="base">
        <a:spcBef>
          <a:spcPct val="0"/>
        </a:spcBef>
        <a:spcAft>
          <a:spcPct val="0"/>
        </a:spcAft>
        <a:defRPr sz="4320">
          <a:solidFill>
            <a:schemeClr val="tx2"/>
          </a:solidFill>
          <a:latin typeface="Tahoma" pitchFamily="34" charset="0"/>
        </a:defRPr>
      </a:lvl4pPr>
      <a:lvl5pPr algn="l" rtl="0" fontAlgn="base">
        <a:spcBef>
          <a:spcPct val="0"/>
        </a:spcBef>
        <a:spcAft>
          <a:spcPct val="0"/>
        </a:spcAft>
        <a:defRPr sz="4320">
          <a:solidFill>
            <a:schemeClr val="tx2"/>
          </a:solidFill>
          <a:latin typeface="Tahoma" pitchFamily="34" charset="0"/>
        </a:defRPr>
      </a:lvl5pPr>
      <a:lvl6pPr marL="493757" algn="l" rtl="0" fontAlgn="base">
        <a:spcBef>
          <a:spcPct val="0"/>
        </a:spcBef>
        <a:spcAft>
          <a:spcPct val="0"/>
        </a:spcAft>
        <a:defRPr sz="4320">
          <a:solidFill>
            <a:schemeClr val="tx2"/>
          </a:solidFill>
          <a:latin typeface="Tahoma" pitchFamily="34" charset="0"/>
        </a:defRPr>
      </a:lvl6pPr>
      <a:lvl7pPr marL="987512" algn="l" rtl="0" fontAlgn="base">
        <a:spcBef>
          <a:spcPct val="0"/>
        </a:spcBef>
        <a:spcAft>
          <a:spcPct val="0"/>
        </a:spcAft>
        <a:defRPr sz="4320">
          <a:solidFill>
            <a:schemeClr val="tx2"/>
          </a:solidFill>
          <a:latin typeface="Tahoma" pitchFamily="34" charset="0"/>
        </a:defRPr>
      </a:lvl7pPr>
      <a:lvl8pPr marL="1481269" algn="l" rtl="0" fontAlgn="base">
        <a:spcBef>
          <a:spcPct val="0"/>
        </a:spcBef>
        <a:spcAft>
          <a:spcPct val="0"/>
        </a:spcAft>
        <a:defRPr sz="4320">
          <a:solidFill>
            <a:schemeClr val="tx2"/>
          </a:solidFill>
          <a:latin typeface="Tahoma" pitchFamily="34" charset="0"/>
        </a:defRPr>
      </a:lvl8pPr>
      <a:lvl9pPr marL="1975025" algn="l" rtl="0" fontAlgn="base">
        <a:spcBef>
          <a:spcPct val="0"/>
        </a:spcBef>
        <a:spcAft>
          <a:spcPct val="0"/>
        </a:spcAft>
        <a:defRPr sz="4320">
          <a:solidFill>
            <a:schemeClr val="tx2"/>
          </a:solidFill>
          <a:latin typeface="Tahoma" pitchFamily="34" charset="0"/>
        </a:defRPr>
      </a:lvl9pPr>
    </p:titleStyle>
    <p:bodyStyle>
      <a:lvl1pPr marL="370318" indent="-370318" algn="l" rtl="0" fontAlgn="base">
        <a:spcBef>
          <a:spcPct val="20000"/>
        </a:spcBef>
        <a:spcAft>
          <a:spcPct val="0"/>
        </a:spcAft>
        <a:buClrTx/>
        <a:buSzPct val="60000"/>
        <a:buFont typeface="Wingdings" pitchFamily="2" charset="2"/>
        <a:buChar char="n"/>
        <a:defRPr sz="3200">
          <a:solidFill>
            <a:schemeClr val="tx1"/>
          </a:solidFill>
          <a:latin typeface="+mn-lt"/>
          <a:ea typeface="+mn-ea"/>
          <a:cs typeface="+mn-cs"/>
        </a:defRPr>
      </a:lvl1pPr>
      <a:lvl2pPr marL="802354" indent="-308598" algn="l" rtl="0" fontAlgn="base">
        <a:spcBef>
          <a:spcPct val="20000"/>
        </a:spcBef>
        <a:spcAft>
          <a:spcPct val="0"/>
        </a:spcAft>
        <a:buClrTx/>
        <a:buSzPct val="55000"/>
        <a:buFont typeface="Wingdings" pitchFamily="2" charset="2"/>
        <a:buChar char="n"/>
        <a:defRPr sz="2800">
          <a:solidFill>
            <a:schemeClr val="tx1"/>
          </a:solidFill>
          <a:latin typeface="+mn-lt"/>
        </a:defRPr>
      </a:lvl2pPr>
      <a:lvl3pPr marL="1234391" indent="-246878" algn="l" rtl="0" fontAlgn="base">
        <a:spcBef>
          <a:spcPct val="20000"/>
        </a:spcBef>
        <a:spcAft>
          <a:spcPct val="0"/>
        </a:spcAft>
        <a:buClrTx/>
        <a:buSzPct val="50000"/>
        <a:buFont typeface="Wingdings" pitchFamily="2" charset="2"/>
        <a:buChar char="n"/>
        <a:defRPr sz="2400">
          <a:solidFill>
            <a:schemeClr val="tx1"/>
          </a:solidFill>
          <a:latin typeface="+mn-lt"/>
        </a:defRPr>
      </a:lvl3pPr>
      <a:lvl4pPr marL="1728146" indent="-246878" algn="l" rtl="0" fontAlgn="base">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221903" indent="-246878"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715659" indent="-246878" algn="l" rtl="0" fontAlgn="base">
        <a:spcBef>
          <a:spcPct val="20000"/>
        </a:spcBef>
        <a:spcAft>
          <a:spcPct val="0"/>
        </a:spcAft>
        <a:buClr>
          <a:schemeClr val="accent1"/>
        </a:buClr>
        <a:buSzPct val="50000"/>
        <a:buFont typeface="Wingdings" pitchFamily="2" charset="2"/>
        <a:buChar char="n"/>
        <a:defRPr sz="2160">
          <a:solidFill>
            <a:schemeClr val="tx1"/>
          </a:solidFill>
          <a:latin typeface="+mn-lt"/>
        </a:defRPr>
      </a:lvl6pPr>
      <a:lvl7pPr marL="3209416" indent="-246878" algn="l" rtl="0" fontAlgn="base">
        <a:spcBef>
          <a:spcPct val="20000"/>
        </a:spcBef>
        <a:spcAft>
          <a:spcPct val="0"/>
        </a:spcAft>
        <a:buClr>
          <a:schemeClr val="accent1"/>
        </a:buClr>
        <a:buSzPct val="50000"/>
        <a:buFont typeface="Wingdings" pitchFamily="2" charset="2"/>
        <a:buChar char="n"/>
        <a:defRPr sz="2160">
          <a:solidFill>
            <a:schemeClr val="tx1"/>
          </a:solidFill>
          <a:latin typeface="+mn-lt"/>
        </a:defRPr>
      </a:lvl7pPr>
      <a:lvl8pPr marL="3703172" indent="-246878" algn="l" rtl="0" fontAlgn="base">
        <a:spcBef>
          <a:spcPct val="20000"/>
        </a:spcBef>
        <a:spcAft>
          <a:spcPct val="0"/>
        </a:spcAft>
        <a:buClr>
          <a:schemeClr val="accent1"/>
        </a:buClr>
        <a:buSzPct val="50000"/>
        <a:buFont typeface="Wingdings" pitchFamily="2" charset="2"/>
        <a:buChar char="n"/>
        <a:defRPr sz="2160">
          <a:solidFill>
            <a:schemeClr val="tx1"/>
          </a:solidFill>
          <a:latin typeface="+mn-lt"/>
        </a:defRPr>
      </a:lvl8pPr>
      <a:lvl9pPr marL="4196928" indent="-246878" algn="l" rtl="0" fontAlgn="base">
        <a:spcBef>
          <a:spcPct val="20000"/>
        </a:spcBef>
        <a:spcAft>
          <a:spcPct val="0"/>
        </a:spcAft>
        <a:buClr>
          <a:schemeClr val="accent1"/>
        </a:buClr>
        <a:buSzPct val="50000"/>
        <a:buFont typeface="Wingdings" pitchFamily="2" charset="2"/>
        <a:buChar char="n"/>
        <a:defRPr sz="2160">
          <a:solidFill>
            <a:schemeClr val="tx1"/>
          </a:solidFill>
          <a:latin typeface="+mn-lt"/>
        </a:defRPr>
      </a:lvl9pPr>
    </p:bodyStyle>
    <p:otherStyle>
      <a:defPPr>
        <a:defRPr lang="en-US"/>
      </a:defPPr>
      <a:lvl1pPr marL="0" algn="l" defTabSz="987512" rtl="0" eaLnBrk="1" latinLnBrk="0" hangingPunct="1">
        <a:defRPr sz="1944" kern="1200">
          <a:solidFill>
            <a:schemeClr val="tx1"/>
          </a:solidFill>
          <a:latin typeface="+mn-lt"/>
          <a:ea typeface="+mn-ea"/>
          <a:cs typeface="+mn-cs"/>
        </a:defRPr>
      </a:lvl1pPr>
      <a:lvl2pPr marL="493757" algn="l" defTabSz="987512" rtl="0" eaLnBrk="1" latinLnBrk="0" hangingPunct="1">
        <a:defRPr sz="1944" kern="1200">
          <a:solidFill>
            <a:schemeClr val="tx1"/>
          </a:solidFill>
          <a:latin typeface="+mn-lt"/>
          <a:ea typeface="+mn-ea"/>
          <a:cs typeface="+mn-cs"/>
        </a:defRPr>
      </a:lvl2pPr>
      <a:lvl3pPr marL="987512" algn="l" defTabSz="987512" rtl="0" eaLnBrk="1" latinLnBrk="0" hangingPunct="1">
        <a:defRPr sz="1944" kern="1200">
          <a:solidFill>
            <a:schemeClr val="tx1"/>
          </a:solidFill>
          <a:latin typeface="+mn-lt"/>
          <a:ea typeface="+mn-ea"/>
          <a:cs typeface="+mn-cs"/>
        </a:defRPr>
      </a:lvl3pPr>
      <a:lvl4pPr marL="1481269" algn="l" defTabSz="987512" rtl="0" eaLnBrk="1" latinLnBrk="0" hangingPunct="1">
        <a:defRPr sz="1944" kern="1200">
          <a:solidFill>
            <a:schemeClr val="tx1"/>
          </a:solidFill>
          <a:latin typeface="+mn-lt"/>
          <a:ea typeface="+mn-ea"/>
          <a:cs typeface="+mn-cs"/>
        </a:defRPr>
      </a:lvl4pPr>
      <a:lvl5pPr marL="1975025" algn="l" defTabSz="987512" rtl="0" eaLnBrk="1" latinLnBrk="0" hangingPunct="1">
        <a:defRPr sz="1944" kern="1200">
          <a:solidFill>
            <a:schemeClr val="tx1"/>
          </a:solidFill>
          <a:latin typeface="+mn-lt"/>
          <a:ea typeface="+mn-ea"/>
          <a:cs typeface="+mn-cs"/>
        </a:defRPr>
      </a:lvl5pPr>
      <a:lvl6pPr marL="2468782" algn="l" defTabSz="987512" rtl="0" eaLnBrk="1" latinLnBrk="0" hangingPunct="1">
        <a:defRPr sz="1944" kern="1200">
          <a:solidFill>
            <a:schemeClr val="tx1"/>
          </a:solidFill>
          <a:latin typeface="+mn-lt"/>
          <a:ea typeface="+mn-ea"/>
          <a:cs typeface="+mn-cs"/>
        </a:defRPr>
      </a:lvl6pPr>
      <a:lvl7pPr marL="2962537" algn="l" defTabSz="987512" rtl="0" eaLnBrk="1" latinLnBrk="0" hangingPunct="1">
        <a:defRPr sz="1944" kern="1200">
          <a:solidFill>
            <a:schemeClr val="tx1"/>
          </a:solidFill>
          <a:latin typeface="+mn-lt"/>
          <a:ea typeface="+mn-ea"/>
          <a:cs typeface="+mn-cs"/>
        </a:defRPr>
      </a:lvl7pPr>
      <a:lvl8pPr marL="3456294" algn="l" defTabSz="987512" rtl="0" eaLnBrk="1" latinLnBrk="0" hangingPunct="1">
        <a:defRPr sz="1944" kern="1200">
          <a:solidFill>
            <a:schemeClr val="tx1"/>
          </a:solidFill>
          <a:latin typeface="+mn-lt"/>
          <a:ea typeface="+mn-ea"/>
          <a:cs typeface="+mn-cs"/>
        </a:defRPr>
      </a:lvl8pPr>
      <a:lvl9pPr marL="3950050" algn="l" defTabSz="987512" rtl="0" eaLnBrk="1" latinLnBrk="0" hangingPunct="1">
        <a:defRPr sz="194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0" y="-1"/>
            <a:ext cx="14630404" cy="82296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1096531" y="742221"/>
            <a:ext cx="12437341" cy="191541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96530" y="2840512"/>
            <a:ext cx="12437342" cy="41089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214484" y="7059931"/>
            <a:ext cx="3291840" cy="438150"/>
          </a:xfrm>
          <a:prstGeom prst="rect">
            <a:avLst/>
          </a:prstGeom>
        </p:spPr>
        <p:txBody>
          <a:bodyPr vert="horz" lIns="91440" tIns="45720" rIns="91440" bIns="45720" rtlCol="0" anchor="ctr"/>
          <a:lstStyle>
            <a:lvl1pPr algn="r">
              <a:defRPr sz="1200">
                <a:solidFill>
                  <a:schemeClr val="tx1"/>
                </a:solidFill>
              </a:defRPr>
            </a:lvl1pPr>
          </a:lstStyle>
          <a:p>
            <a:fld id="{D016464C-9E34-43F6-A0D9-201046EF6594}" type="datetime4">
              <a:rPr lang="en-US" smtClean="0"/>
              <a:t>April 25, 2025</a:t>
            </a:fld>
            <a:endParaRPr lang="en-US" dirty="0"/>
          </a:p>
        </p:txBody>
      </p:sp>
      <p:sp>
        <p:nvSpPr>
          <p:cNvPr id="5" name="Footer Placeholder 4"/>
          <p:cNvSpPr>
            <a:spLocks noGrp="1"/>
          </p:cNvSpPr>
          <p:nvPr>
            <p:ph type="ftr" sz="quarter" idx="3"/>
          </p:nvPr>
        </p:nvSpPr>
        <p:spPr>
          <a:xfrm>
            <a:off x="1096530" y="7059931"/>
            <a:ext cx="8007464" cy="438150"/>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12616814" y="7059931"/>
            <a:ext cx="917058" cy="438150"/>
          </a:xfrm>
          <a:prstGeom prst="rect">
            <a:avLst/>
          </a:prstGeom>
        </p:spPr>
        <p:txBody>
          <a:bodyPr vert="horz" lIns="91440" tIns="45720" rIns="91440" bIns="45720" rtlCol="0" anchor="ctr"/>
          <a:lstStyle>
            <a:lvl1pPr algn="r">
              <a:defRPr sz="1200">
                <a:solidFill>
                  <a:schemeClr val="tx1"/>
                </a:solidFill>
              </a:defRPr>
            </a:lvl1pPr>
          </a:lstStyle>
          <a:p>
            <a:fld id="{BEF8CA35-127F-4120-8DD7-A2A0EE2D356A}" type="slidenum">
              <a:rPr lang="en-US" smtClean="0"/>
              <a:pPr/>
              <a:t>‹#›</a:t>
            </a:fld>
            <a:endParaRPr lang="en-US" dirty="0"/>
          </a:p>
        </p:txBody>
      </p:sp>
      <p:sp>
        <p:nvSpPr>
          <p:cNvPr id="7" name="Rectangle 6">
            <a:extLst>
              <a:ext uri="{FF2B5EF4-FFF2-40B4-BE49-F238E27FC236}">
                <a16:creationId xmlns:a16="http://schemas.microsoft.com/office/drawing/2014/main" id="{6652C0C2-F087-2387-E487-B5412620F181}"/>
              </a:ext>
            </a:extLst>
          </p:cNvPr>
          <p:cNvSpPr/>
          <p:nvPr userDrawn="1"/>
        </p:nvSpPr>
        <p:spPr>
          <a:xfrm>
            <a:off x="0" y="7857662"/>
            <a:ext cx="14630400" cy="457200"/>
          </a:xfrm>
          <a:prstGeom prst="rect">
            <a:avLst/>
          </a:prstGeom>
          <a:solidFill>
            <a:srgbClr val="003D4C"/>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800">
              <a:ln>
                <a:solidFill>
                  <a:schemeClr val="accent5"/>
                </a:solidFill>
              </a:ln>
            </a:endParaRPr>
          </a:p>
        </p:txBody>
      </p:sp>
      <p:sp>
        <p:nvSpPr>
          <p:cNvPr id="8" name="Rectangle 7">
            <a:extLst>
              <a:ext uri="{FF2B5EF4-FFF2-40B4-BE49-F238E27FC236}">
                <a16:creationId xmlns:a16="http://schemas.microsoft.com/office/drawing/2014/main" id="{6CC285DB-694F-21B7-C819-0B14154A8326}"/>
              </a:ext>
            </a:extLst>
          </p:cNvPr>
          <p:cNvSpPr/>
          <p:nvPr userDrawn="1"/>
        </p:nvSpPr>
        <p:spPr>
          <a:xfrm>
            <a:off x="0" y="-1"/>
            <a:ext cx="14630400" cy="914400"/>
          </a:xfrm>
          <a:prstGeom prst="rect">
            <a:avLst/>
          </a:prstGeom>
          <a:solidFill>
            <a:srgbClr val="C8102E"/>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592"/>
          </a:p>
        </p:txBody>
      </p:sp>
      <p:sp>
        <p:nvSpPr>
          <p:cNvPr id="9" name="Rectangle 8">
            <a:extLst>
              <a:ext uri="{FF2B5EF4-FFF2-40B4-BE49-F238E27FC236}">
                <a16:creationId xmlns:a16="http://schemas.microsoft.com/office/drawing/2014/main" id="{CEF9BFF0-B71F-69FC-2959-1CEAB69BBC92}"/>
              </a:ext>
            </a:extLst>
          </p:cNvPr>
          <p:cNvSpPr/>
          <p:nvPr userDrawn="1"/>
        </p:nvSpPr>
        <p:spPr>
          <a:xfrm>
            <a:off x="0" y="914400"/>
            <a:ext cx="14630400" cy="182880"/>
          </a:xfrm>
          <a:prstGeom prst="rect">
            <a:avLst/>
          </a:prstGeom>
          <a:solidFill>
            <a:srgbClr val="F1B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a:p>
        </p:txBody>
      </p:sp>
      <p:pic>
        <p:nvPicPr>
          <p:cNvPr id="10" name="Picture 9">
            <a:extLst>
              <a:ext uri="{FF2B5EF4-FFF2-40B4-BE49-F238E27FC236}">
                <a16:creationId xmlns:a16="http://schemas.microsoft.com/office/drawing/2014/main" id="{FAF07F38-0984-CC1A-2F3A-51CFFD5B0097}"/>
              </a:ext>
            </a:extLst>
          </p:cNvPr>
          <p:cNvPicPr>
            <a:picLocks noChangeAspect="1"/>
          </p:cNvPicPr>
          <p:nvPr userDrawn="1"/>
        </p:nvPicPr>
        <p:blipFill rotWithShape="1">
          <a:blip r:embed="rId22" cstate="print">
            <a:extLst>
              <a:ext uri="{28A0092B-C50C-407E-A947-70E740481C1C}">
                <a14:useLocalDpi xmlns:a14="http://schemas.microsoft.com/office/drawing/2010/main" val="0"/>
              </a:ext>
            </a:extLst>
          </a:blip>
          <a:srcRect b="33321"/>
          <a:stretch/>
        </p:blipFill>
        <p:spPr>
          <a:xfrm>
            <a:off x="182880" y="243191"/>
            <a:ext cx="4572000" cy="428018"/>
          </a:xfrm>
          <a:prstGeom prst="rect">
            <a:avLst/>
          </a:prstGeom>
        </p:spPr>
      </p:pic>
      <p:sp>
        <p:nvSpPr>
          <p:cNvPr id="11" name="Title 1">
            <a:extLst>
              <a:ext uri="{FF2B5EF4-FFF2-40B4-BE49-F238E27FC236}">
                <a16:creationId xmlns:a16="http://schemas.microsoft.com/office/drawing/2014/main" id="{8DB96D15-7C9C-18DF-6FCF-2FF9C43E9F3B}"/>
              </a:ext>
            </a:extLst>
          </p:cNvPr>
          <p:cNvSpPr txBox="1">
            <a:spLocks/>
          </p:cNvSpPr>
          <p:nvPr userDrawn="1"/>
        </p:nvSpPr>
        <p:spPr>
          <a:xfrm>
            <a:off x="7680960" y="1"/>
            <a:ext cx="6949440" cy="868754"/>
          </a:xfrm>
          <a:prstGeom prst="rect">
            <a:avLst/>
          </a:prstGeom>
        </p:spPr>
        <p:txBody>
          <a:bodyPr vert="horz" lIns="109728" tIns="54864" rIns="109728" bIns="54864"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800" baseline="0" dirty="0">
              <a:solidFill>
                <a:srgbClr val="F8F8F8"/>
              </a:solidFill>
              <a:latin typeface="Univers LT Std 55" panose="020B0603020202020204" pitchFamily="34" charset="0"/>
            </a:endParaRPr>
          </a:p>
        </p:txBody>
      </p:sp>
      <p:pic>
        <p:nvPicPr>
          <p:cNvPr id="12" name="Picture 11">
            <a:extLst>
              <a:ext uri="{FF2B5EF4-FFF2-40B4-BE49-F238E27FC236}">
                <a16:creationId xmlns:a16="http://schemas.microsoft.com/office/drawing/2014/main" id="{DA0600AE-7D36-5991-BBD9-176FF2332823}"/>
              </a:ext>
            </a:extLst>
          </p:cNvPr>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13533120" y="91440"/>
            <a:ext cx="975360" cy="731520"/>
          </a:xfrm>
          <a:prstGeom prst="rect">
            <a:avLst/>
          </a:prstGeom>
        </p:spPr>
      </p:pic>
    </p:spTree>
    <p:extLst>
      <p:ext uri="{BB962C8B-B14F-4D97-AF65-F5344CB8AC3E}">
        <p14:creationId xmlns:p14="http://schemas.microsoft.com/office/powerpoint/2010/main" val="116730543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Lst>
  <p:hf hdr="0" ftr="0"/>
  <p:txStyles>
    <p:titleStyle>
      <a:lvl1pPr algn="ctr" defTabSz="1097280" rtl="0" eaLnBrk="1" latinLnBrk="0" hangingPunct="1">
        <a:lnSpc>
          <a:spcPct val="90000"/>
        </a:lnSpc>
        <a:spcBef>
          <a:spcPct val="0"/>
        </a:spcBef>
        <a:buNone/>
        <a:defRPr sz="4320" kern="1200" cap="all" baseline="0">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tx1"/>
        </a:buClr>
        <a:buFont typeface="Arial" panose="020B0604020202020204" pitchFamily="34" charset="0"/>
        <a:buChar char="•"/>
        <a:defRPr sz="2400" kern="1200" cap="all" baseline="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tx1"/>
        </a:buClr>
        <a:buFont typeface="Arial" panose="020B0604020202020204" pitchFamily="34" charset="0"/>
        <a:buChar char="•"/>
        <a:defRPr sz="2160" kern="1200" cap="all"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tx1"/>
        </a:buClr>
        <a:buFont typeface="Arial" panose="020B0604020202020204" pitchFamily="34" charset="0"/>
        <a:buChar char="•"/>
        <a:defRPr sz="1920" kern="1200" cap="all" baseline="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tx1"/>
        </a:buClr>
        <a:buFont typeface="Arial" panose="020B0604020202020204" pitchFamily="34" charset="0"/>
        <a:buChar char="•"/>
        <a:defRPr sz="1680" kern="1200" cap="all"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7.xml"/><Relationship Id="rId5"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png"/><Relationship Id="rId7" Type="http://schemas.openxmlformats.org/officeDocument/2006/relationships/diagramColors" Target="../diagrams/colors2.xml"/><Relationship Id="rId2" Type="http://schemas.openxmlformats.org/officeDocument/2006/relationships/image" Target="../media/image4.png"/><Relationship Id="rId1" Type="http://schemas.openxmlformats.org/officeDocument/2006/relationships/slideLayout" Target="../slideLayouts/slideLayout2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5.png"/><Relationship Id="rId7" Type="http://schemas.openxmlformats.org/officeDocument/2006/relationships/diagramQuickStyle" Target="../diagrams/quickStyle3.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pn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6.png"/><Relationship Id="rId7" Type="http://schemas.openxmlformats.org/officeDocument/2006/relationships/diagramQuickStyle" Target="../diagrams/quickStyle4.xml"/><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5.pn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5.png"/><Relationship Id="rId7" Type="http://schemas.openxmlformats.org/officeDocument/2006/relationships/diagramColors" Target="../diagrams/colors5.xml"/><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5.png"/><Relationship Id="rId7" Type="http://schemas.openxmlformats.org/officeDocument/2006/relationships/diagramColors" Target="../diagrams/colors6.xml"/><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5.png"/><Relationship Id="rId7" Type="http://schemas.openxmlformats.org/officeDocument/2006/relationships/diagramColors" Target="../diagrams/colors7.xml"/><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8.xml"/><Relationship Id="rId3" Type="http://schemas.openxmlformats.org/officeDocument/2006/relationships/image" Target="../media/image5.png"/><Relationship Id="rId7" Type="http://schemas.openxmlformats.org/officeDocument/2006/relationships/diagramQuickStyle" Target="../diagrams/quickStyle8.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8.xml"/><Relationship Id="rId5" Type="http://schemas.openxmlformats.org/officeDocument/2006/relationships/diagramData" Target="../diagrams/data8.xml"/><Relationship Id="rId4" Type="http://schemas.openxmlformats.org/officeDocument/2006/relationships/image" Target="../media/image4.png"/><Relationship Id="rId9" Type="http://schemas.microsoft.com/office/2007/relationships/diagramDrawing" Target="../diagrams/drawing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5.xml"/><Relationship Id="rId5" Type="http://schemas.openxmlformats.org/officeDocument/2006/relationships/image" Target="../media/image2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5.png"/><Relationship Id="rId7" Type="http://schemas.openxmlformats.org/officeDocument/2006/relationships/diagramQuickStyle" Target="../diagrams/quickStyle9.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4.png"/><Relationship Id="rId9" Type="http://schemas.microsoft.com/office/2007/relationships/diagramDrawing" Target="../diagrams/drawing9.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5.png"/><Relationship Id="rId7" Type="http://schemas.openxmlformats.org/officeDocument/2006/relationships/diagramQuickStyle" Target="../diagrams/quickStyle10.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4.png"/><Relationship Id="rId9" Type="http://schemas.microsoft.com/office/2007/relationships/diagramDrawing" Target="../diagrams/drawing10.xml"/></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5.png"/><Relationship Id="rId7" Type="http://schemas.openxmlformats.org/officeDocument/2006/relationships/diagramQuickStyle" Target="../diagrams/quickStyle11.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4.png"/><Relationship Id="rId9" Type="http://schemas.microsoft.com/office/2007/relationships/diagramDrawing" Target="../diagrams/drawing1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hyperlink" Target="https://miro.medium.com/v2/resize:fit:1400/format:webp/1*Vl9NDtt_3-xzrUITM0RC6g.png" TargetMode="External"/><Relationship Id="rId5" Type="http://schemas.openxmlformats.org/officeDocument/2006/relationships/image" Target="../media/image40.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5.png"/><Relationship Id="rId7" Type="http://schemas.openxmlformats.org/officeDocument/2006/relationships/diagramQuickStyle" Target="../diagrams/quickStyle12.xml"/><Relationship Id="rId2" Type="http://schemas.openxmlformats.org/officeDocument/2006/relationships/image" Target="../media/image3.png"/><Relationship Id="rId1" Type="http://schemas.openxmlformats.org/officeDocument/2006/relationships/slideLayout" Target="../slideLayouts/slideLayout15.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4.png"/><Relationship Id="rId9" Type="http://schemas.microsoft.com/office/2007/relationships/diagramDrawing" Target="../diagrams/drawing1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33"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218D7DD0-110F-43F3-A7E4-B51873CBF1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37" name="Rectangle 36">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Picture 40">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2" name="Title 1">
            <a:extLst>
              <a:ext uri="{FF2B5EF4-FFF2-40B4-BE49-F238E27FC236}">
                <a16:creationId xmlns:a16="http://schemas.microsoft.com/office/drawing/2014/main" id="{13466E78-1339-4657-9B71-01DA63A36DC0}"/>
              </a:ext>
            </a:extLst>
          </p:cNvPr>
          <p:cNvSpPr>
            <a:spLocks noGrp="1"/>
          </p:cNvSpPr>
          <p:nvPr>
            <p:ph type="title" idx="4294967295"/>
          </p:nvPr>
        </p:nvSpPr>
        <p:spPr>
          <a:xfrm>
            <a:off x="769288" y="1703880"/>
            <a:ext cx="3412803" cy="4821841"/>
          </a:xfrm>
        </p:spPr>
        <p:txBody>
          <a:bodyPr vert="horz" lIns="91440" tIns="45720" rIns="91440" bIns="45720" rtlCol="0" anchor="ctr">
            <a:normAutofit/>
          </a:bodyPr>
          <a:lstStyle/>
          <a:p>
            <a:pPr algn="l" defTabSz="914400">
              <a:spcAft>
                <a:spcPts val="600"/>
              </a:spcAft>
            </a:pPr>
            <a:r>
              <a:rPr lang="en-US" sz="3300" i="0" u="none" strike="noStrike"/>
              <a:t>The Value of LLMs For Classifying Patch Types and Automating Data Collection and Processing</a:t>
            </a:r>
            <a:endParaRPr lang="en-US" sz="3300" spc="-1">
              <a:uFill>
                <a:solidFill>
                  <a:srgbClr val="FFFFFF"/>
                </a:solidFill>
              </a:uFill>
            </a:endParaRPr>
          </a:p>
        </p:txBody>
      </p:sp>
      <p:sp>
        <p:nvSpPr>
          <p:cNvPr id="7" name="CustomShape 2">
            <a:extLst>
              <a:ext uri="{FF2B5EF4-FFF2-40B4-BE49-F238E27FC236}">
                <a16:creationId xmlns:a16="http://schemas.microsoft.com/office/drawing/2014/main" id="{6EADD9AF-3DA0-455A-90F4-2FB96A255499}"/>
              </a:ext>
            </a:extLst>
          </p:cNvPr>
          <p:cNvSpPr/>
          <p:nvPr/>
        </p:nvSpPr>
        <p:spPr>
          <a:xfrm>
            <a:off x="5641209" y="1432291"/>
            <a:ext cx="7891909" cy="5365020"/>
          </a:xfrm>
          <a:prstGeom prst="rect">
            <a:avLst/>
          </a:prstGeom>
          <a:scene3d>
            <a:camera prst="orthographicFront"/>
            <a:lightRig rig="threePt" dir="t"/>
          </a:scene3d>
        </p:spPr>
        <p:style>
          <a:lnRef idx="0">
            <a:scrgbClr r="0" g="0" b="0"/>
          </a:lnRef>
          <a:fillRef idx="0">
            <a:scrgbClr r="0" g="0" b="0"/>
          </a:fillRef>
          <a:effectRef idx="0">
            <a:scrgbClr r="0" g="0" b="0"/>
          </a:effectRef>
          <a:fontRef idx="minor"/>
        </p:style>
        <p:txBody>
          <a:bodyPr vert="horz" lIns="91440" tIns="45720" rIns="91440" bIns="45720" rtlCol="0" anchor="ctr">
            <a:normAutofit/>
          </a:bodyPr>
          <a:lstStyle/>
          <a:p>
            <a:pPr indent="-228600" defTabSz="914400">
              <a:lnSpc>
                <a:spcPct val="120000"/>
              </a:lnSpc>
              <a:spcAft>
                <a:spcPts val="600"/>
              </a:spcAft>
              <a:buClr>
                <a:schemeClr val="tx1"/>
              </a:buClr>
              <a:buFont typeface="Arial" panose="020B0604020202020204" pitchFamily="34" charset="0"/>
              <a:buChar char="•"/>
            </a:pPr>
            <a:r>
              <a:rPr lang="en-US" b="1" cap="all" spc="-1">
                <a:uFill>
                  <a:solidFill>
                    <a:srgbClr val="FFFFFF"/>
                  </a:solidFill>
                </a:uFill>
              </a:rPr>
              <a:t>Anirudha Powadi</a:t>
            </a:r>
          </a:p>
          <a:p>
            <a:pPr indent="-228600" defTabSz="914400">
              <a:lnSpc>
                <a:spcPct val="120000"/>
              </a:lnSpc>
              <a:spcAft>
                <a:spcPts val="600"/>
              </a:spcAft>
              <a:buClr>
                <a:schemeClr val="tx1"/>
              </a:buClr>
              <a:buFont typeface="Arial" panose="020B0604020202020204" pitchFamily="34" charset="0"/>
              <a:buChar char="•"/>
            </a:pPr>
            <a:r>
              <a:rPr lang="en-US" b="1" cap="all" spc="-1">
                <a:uFill>
                  <a:solidFill>
                    <a:srgbClr val="FFFFFF"/>
                  </a:solidFill>
                </a:uFill>
              </a:rPr>
              <a:t>Electrical and Computer Engineering</a:t>
            </a:r>
          </a:p>
        </p:txBody>
      </p:sp>
      <p:pic>
        <p:nvPicPr>
          <p:cNvPr id="43" name="Picture 42">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Tree>
    <p:extLst>
      <p:ext uri="{BB962C8B-B14F-4D97-AF65-F5344CB8AC3E}">
        <p14:creationId xmlns:p14="http://schemas.microsoft.com/office/powerpoint/2010/main" val="400253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3BAC62-6224-79C7-2CE8-298BBE63E22D}"/>
              </a:ext>
            </a:extLst>
          </p:cNvPr>
          <p:cNvSpPr>
            <a:spLocks noGrp="1"/>
          </p:cNvSpPr>
          <p:nvPr>
            <p:ph type="title"/>
          </p:nvPr>
        </p:nvSpPr>
        <p:spPr>
          <a:xfrm>
            <a:off x="769288" y="1577340"/>
            <a:ext cx="3412803" cy="4416292"/>
          </a:xfrm>
        </p:spPr>
        <p:txBody>
          <a:bodyPr>
            <a:normAutofit/>
          </a:bodyPr>
          <a:lstStyle/>
          <a:p>
            <a:pPr algn="l"/>
            <a:r>
              <a:rPr lang="en-US" sz="5300"/>
              <a:t>Outline</a:t>
            </a:r>
          </a:p>
        </p:txBody>
      </p:sp>
      <p:pic>
        <p:nvPicPr>
          <p:cNvPr id="33" name="Picture 32">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C54DA54A-5B1C-5C91-0EE9-A7D1C012D6D1}"/>
              </a:ext>
            </a:extLst>
          </p:cNvPr>
          <p:cNvSpPr>
            <a:spLocks noGrp="1"/>
          </p:cNvSpPr>
          <p:nvPr>
            <p:ph type="dt" sz="half" idx="10"/>
          </p:nvPr>
        </p:nvSpPr>
        <p:spPr>
          <a:xfrm>
            <a:off x="769288" y="7059930"/>
            <a:ext cx="3291840" cy="438150"/>
          </a:xfrm>
        </p:spPr>
        <p:txBody>
          <a:bodyPr>
            <a:normAutofit/>
          </a:bodyPr>
          <a:lstStyle/>
          <a:p>
            <a:pPr algn="l">
              <a:spcAft>
                <a:spcPts val="600"/>
              </a:spcAft>
            </a:pPr>
            <a:fld id="{C59FD309-5B90-4A03-A750-ED1714C117AB}" type="datetime4">
              <a:rPr lang="en-US" smtClean="0"/>
              <a:pPr algn="l">
                <a:spcAft>
                  <a:spcPts val="600"/>
                </a:spcAft>
              </a:pPr>
              <a:t>April 25, 2025</a:t>
            </a:fld>
            <a:endParaRPr lang="en-US"/>
          </a:p>
        </p:txBody>
      </p:sp>
      <p:pic>
        <p:nvPicPr>
          <p:cNvPr id="35" name="Picture 34">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CE8353C3-C425-16B6-820E-531C53C1B0E2}"/>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2</a:t>
            </a:fld>
            <a:endParaRPr lang="en-US"/>
          </a:p>
        </p:txBody>
      </p:sp>
      <p:graphicFrame>
        <p:nvGraphicFramePr>
          <p:cNvPr id="24" name="Content Placeholder 2">
            <a:extLst>
              <a:ext uri="{FF2B5EF4-FFF2-40B4-BE49-F238E27FC236}">
                <a16:creationId xmlns:a16="http://schemas.microsoft.com/office/drawing/2014/main" id="{14F2F325-5D42-99ED-345D-3B0FFF2F366B}"/>
              </a:ext>
            </a:extLst>
          </p:cNvPr>
          <p:cNvGraphicFramePr>
            <a:graphicFrameLocks noGrp="1"/>
          </p:cNvGraphicFramePr>
          <p:nvPr>
            <p:ph idx="1"/>
            <p:extLst>
              <p:ext uri="{D42A27DB-BD31-4B8C-83A1-F6EECF244321}">
                <p14:modId xmlns:p14="http://schemas.microsoft.com/office/powerpoint/2010/main" val="740690121"/>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87080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2344DBAD-2CAE-D68E-747F-2E8EC3397031}"/>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F98619-51B4-1023-4A6A-2B5B02E38372}"/>
              </a:ext>
            </a:extLst>
          </p:cNvPr>
          <p:cNvSpPr>
            <a:spLocks noGrp="1"/>
          </p:cNvSpPr>
          <p:nvPr>
            <p:ph type="title"/>
          </p:nvPr>
        </p:nvSpPr>
        <p:spPr>
          <a:xfrm>
            <a:off x="769288" y="1577340"/>
            <a:ext cx="3412803" cy="4416292"/>
          </a:xfrm>
        </p:spPr>
        <p:txBody>
          <a:bodyPr>
            <a:normAutofit/>
          </a:bodyPr>
          <a:lstStyle/>
          <a:p>
            <a:pPr algn="l"/>
            <a:r>
              <a:rPr lang="en-US" sz="3700" b="0" i="0" u="none" strike="noStrike">
                <a:effectLst/>
                <a:latin typeface="Tw Cen MT" panose="020B0602020104020603" pitchFamily="34" charset="77"/>
              </a:rPr>
              <a:t>Introduction to Patch Classification and LLMs</a:t>
            </a:r>
            <a:endParaRPr lang="en-US" sz="3700">
              <a:latin typeface="Tw Cen MT" panose="020B0602020104020603" pitchFamily="34" charset="77"/>
            </a:endParaRPr>
          </a:p>
        </p:txBody>
      </p:sp>
      <p:pic>
        <p:nvPicPr>
          <p:cNvPr id="30" name="Picture 29">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F93F3A54-E912-8599-28FC-B45F7C2C0242}"/>
              </a:ext>
            </a:extLst>
          </p:cNvPr>
          <p:cNvSpPr>
            <a:spLocks noGrp="1"/>
          </p:cNvSpPr>
          <p:nvPr>
            <p:ph type="dt" sz="half" idx="10"/>
          </p:nvPr>
        </p:nvSpPr>
        <p:spPr>
          <a:xfrm>
            <a:off x="769288" y="7059930"/>
            <a:ext cx="3291840" cy="438150"/>
          </a:xfrm>
        </p:spPr>
        <p:txBody>
          <a:bodyPr>
            <a:normAutofit/>
          </a:bodyPr>
          <a:lstStyle/>
          <a:p>
            <a:pPr algn="l">
              <a:spcAft>
                <a:spcPts val="600"/>
              </a:spcAft>
            </a:pPr>
            <a:fld id="{C59FD309-5B90-4A03-A750-ED1714C117AB}" type="datetime4">
              <a:rPr lang="en-US" smtClean="0"/>
              <a:pPr algn="l">
                <a:spcAft>
                  <a:spcPts val="600"/>
                </a:spcAft>
              </a:pPr>
              <a:t>April 25, 2025</a:t>
            </a:fld>
            <a:endParaRPr lang="en-US"/>
          </a:p>
        </p:txBody>
      </p:sp>
      <p:pic>
        <p:nvPicPr>
          <p:cNvPr id="32" name="Picture 31">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07F62CDE-6609-C5EF-B49B-F5718066CC6B}"/>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3</a:t>
            </a:fld>
            <a:endParaRPr lang="en-US" dirty="0"/>
          </a:p>
        </p:txBody>
      </p:sp>
      <p:graphicFrame>
        <p:nvGraphicFramePr>
          <p:cNvPr id="21" name="Content Placeholder 2">
            <a:extLst>
              <a:ext uri="{FF2B5EF4-FFF2-40B4-BE49-F238E27FC236}">
                <a16:creationId xmlns:a16="http://schemas.microsoft.com/office/drawing/2014/main" id="{DAE36A8D-A2CE-57C4-AEE5-435755E7E0B1}"/>
              </a:ext>
            </a:extLst>
          </p:cNvPr>
          <p:cNvGraphicFramePr>
            <a:graphicFrameLocks noGrp="1"/>
          </p:cNvGraphicFramePr>
          <p:nvPr>
            <p:ph idx="1"/>
            <p:extLst>
              <p:ext uri="{D42A27DB-BD31-4B8C-83A1-F6EECF244321}">
                <p14:modId xmlns:p14="http://schemas.microsoft.com/office/powerpoint/2010/main" val="2748240377"/>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97880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7"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9" name="Rectangle 28">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65F67-144F-B275-2FE2-944DF3519540}"/>
              </a:ext>
            </a:extLst>
          </p:cNvPr>
          <p:cNvSpPr>
            <a:spLocks noGrp="1"/>
          </p:cNvSpPr>
          <p:nvPr>
            <p:ph type="title"/>
          </p:nvPr>
        </p:nvSpPr>
        <p:spPr>
          <a:xfrm>
            <a:off x="769288" y="1577340"/>
            <a:ext cx="3412803" cy="4416292"/>
          </a:xfrm>
        </p:spPr>
        <p:txBody>
          <a:bodyPr vert="horz" lIns="91440" tIns="45720" rIns="91440" bIns="45720" rtlCol="0" anchor="ctr">
            <a:normAutofit/>
          </a:bodyPr>
          <a:lstStyle/>
          <a:p>
            <a:pPr algn="l" defTabSz="914400"/>
            <a:r>
              <a:rPr lang="en-US" sz="4100" dirty="0"/>
              <a:t>Background – File Systems</a:t>
            </a:r>
          </a:p>
        </p:txBody>
      </p:sp>
      <p:pic>
        <p:nvPicPr>
          <p:cNvPr id="31" name="Picture 30">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4891F186-D354-05BB-596F-BCD42E57619D}"/>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25, 2025</a:t>
            </a:fld>
            <a:endParaRPr lang="en-US" sz="1000" kern="1200" dirty="0">
              <a:solidFill>
                <a:schemeClr val="tx1"/>
              </a:solidFill>
              <a:latin typeface="+mn-lt"/>
              <a:ea typeface="+mn-ea"/>
              <a:cs typeface="+mn-cs"/>
            </a:endParaRPr>
          </a:p>
        </p:txBody>
      </p:sp>
      <p:pic>
        <p:nvPicPr>
          <p:cNvPr id="32" name="Picture 31">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A196F6C6-615B-B6D4-FB73-7D44A93FBEBE}"/>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4</a:t>
            </a:fld>
            <a:endParaRPr lang="en-US" sz="1000" kern="1200" dirty="0">
              <a:solidFill>
                <a:schemeClr val="tx1"/>
              </a:solidFill>
              <a:latin typeface="+mn-lt"/>
              <a:ea typeface="+mn-ea"/>
              <a:cs typeface="+mn-cs"/>
            </a:endParaRPr>
          </a:p>
        </p:txBody>
      </p:sp>
      <p:graphicFrame>
        <p:nvGraphicFramePr>
          <p:cNvPr id="33" name="TextBox 4">
            <a:extLst>
              <a:ext uri="{FF2B5EF4-FFF2-40B4-BE49-F238E27FC236}">
                <a16:creationId xmlns:a16="http://schemas.microsoft.com/office/drawing/2014/main" id="{2570555D-1A88-60B4-60A3-F8CE83D6447F}"/>
              </a:ext>
            </a:extLst>
          </p:cNvPr>
          <p:cNvGraphicFramePr/>
          <p:nvPr>
            <p:extLst>
              <p:ext uri="{D42A27DB-BD31-4B8C-83A1-F6EECF244321}">
                <p14:modId xmlns:p14="http://schemas.microsoft.com/office/powerpoint/2010/main" val="3997240746"/>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83401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805F975-F3DE-C76B-D098-2E53D06569F7}"/>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graph of different types of bugs&#10;&#10;AI-generated content may be incorrect.">
            <a:extLst>
              <a:ext uri="{FF2B5EF4-FFF2-40B4-BE49-F238E27FC236}">
                <a16:creationId xmlns:a16="http://schemas.microsoft.com/office/drawing/2014/main" id="{83B1EDE0-5060-4F63-9403-0DFB34604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5244" y="1081579"/>
            <a:ext cx="4608978" cy="6104606"/>
          </a:xfrm>
          <a:prstGeom prst="rect">
            <a:avLst/>
          </a:prstGeom>
        </p:spPr>
      </p:pic>
      <p:pic>
        <p:nvPicPr>
          <p:cNvPr id="36" name="Picture 35">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6" name="Slide Number Placeholder 5">
            <a:extLst>
              <a:ext uri="{FF2B5EF4-FFF2-40B4-BE49-F238E27FC236}">
                <a16:creationId xmlns:a16="http://schemas.microsoft.com/office/drawing/2014/main" id="{0040B639-361D-99F6-935E-CD5BFF3479A9}"/>
              </a:ext>
            </a:extLst>
          </p:cNvPr>
          <p:cNvSpPr>
            <a:spLocks noGrp="1"/>
          </p:cNvSpPr>
          <p:nvPr>
            <p:ph type="sldNum" sz="quarter" idx="12"/>
          </p:nvPr>
        </p:nvSpPr>
        <p:spPr>
          <a:xfrm>
            <a:off x="12616813" y="7405370"/>
            <a:ext cx="917058" cy="438150"/>
          </a:xfrm>
        </p:spPr>
        <p:txBody>
          <a:bodyPr>
            <a:normAutofit/>
          </a:bodyPr>
          <a:lstStyle/>
          <a:p>
            <a:pPr>
              <a:spcAft>
                <a:spcPts val="600"/>
              </a:spcAft>
            </a:pPr>
            <a:fld id="{BEF8CA35-127F-4120-8DD7-A2A0EE2D356A}" type="slidenum">
              <a:rPr lang="en-US" smtClean="0"/>
              <a:pPr>
                <a:spcAft>
                  <a:spcPts val="600"/>
                </a:spcAft>
              </a:pPr>
              <a:t>5</a:t>
            </a:fld>
            <a:endParaRPr lang="en-US"/>
          </a:p>
        </p:txBody>
      </p:sp>
      <p:sp>
        <p:nvSpPr>
          <p:cNvPr id="4" name="Date Placeholder 3">
            <a:extLst>
              <a:ext uri="{FF2B5EF4-FFF2-40B4-BE49-F238E27FC236}">
                <a16:creationId xmlns:a16="http://schemas.microsoft.com/office/drawing/2014/main" id="{37DDC048-077B-5108-EED9-C0DE0D25E97E}"/>
              </a:ext>
            </a:extLst>
          </p:cNvPr>
          <p:cNvSpPr>
            <a:spLocks noGrp="1"/>
          </p:cNvSpPr>
          <p:nvPr>
            <p:ph type="dt" sz="half" idx="10"/>
          </p:nvPr>
        </p:nvSpPr>
        <p:spPr>
          <a:xfrm>
            <a:off x="9214484" y="7405370"/>
            <a:ext cx="3291840" cy="438150"/>
          </a:xfrm>
        </p:spPr>
        <p:txBody>
          <a:bodyPr>
            <a:normAutofit/>
          </a:bodyPr>
          <a:lstStyle/>
          <a:p>
            <a:pPr>
              <a:spcAft>
                <a:spcPts val="600"/>
              </a:spcAft>
            </a:pPr>
            <a:fld id="{AA25900A-7529-4DB6-A425-643C00BB85C2}" type="datetime4">
              <a:rPr lang="en-US" smtClean="0"/>
              <a:pPr>
                <a:spcAft>
                  <a:spcPts val="600"/>
                </a:spcAft>
              </a:pPr>
              <a:t>April 25, 2025</a:t>
            </a:fld>
            <a:endParaRPr lang="en-US"/>
          </a:p>
        </p:txBody>
      </p:sp>
      <p:sp>
        <p:nvSpPr>
          <p:cNvPr id="2" name="Title 1">
            <a:extLst>
              <a:ext uri="{FF2B5EF4-FFF2-40B4-BE49-F238E27FC236}">
                <a16:creationId xmlns:a16="http://schemas.microsoft.com/office/drawing/2014/main" id="{BEBF1DE6-2C22-B90B-0F56-8DEE2B2450FA}"/>
              </a:ext>
            </a:extLst>
          </p:cNvPr>
          <p:cNvSpPr>
            <a:spLocks noGrp="1"/>
          </p:cNvSpPr>
          <p:nvPr>
            <p:ph type="title"/>
          </p:nvPr>
        </p:nvSpPr>
        <p:spPr>
          <a:xfrm>
            <a:off x="1264876" y="742220"/>
            <a:ext cx="7026500" cy="1915412"/>
          </a:xfrm>
        </p:spPr>
        <p:txBody>
          <a:bodyPr>
            <a:normAutofit/>
          </a:bodyPr>
          <a:lstStyle/>
          <a:p>
            <a:r>
              <a:rPr lang="en-US" dirty="0"/>
              <a:t>Motivation – Open-source Local File Systems</a:t>
            </a:r>
          </a:p>
        </p:txBody>
      </p:sp>
      <p:graphicFrame>
        <p:nvGraphicFramePr>
          <p:cNvPr id="8" name="Content Placeholder 2">
            <a:extLst>
              <a:ext uri="{FF2B5EF4-FFF2-40B4-BE49-F238E27FC236}">
                <a16:creationId xmlns:a16="http://schemas.microsoft.com/office/drawing/2014/main" id="{A21A5820-4C2B-1D84-4919-2387729AAECB}"/>
              </a:ext>
            </a:extLst>
          </p:cNvPr>
          <p:cNvGraphicFramePr>
            <a:graphicFrameLocks noGrp="1"/>
          </p:cNvGraphicFramePr>
          <p:nvPr>
            <p:ph idx="1"/>
            <p:extLst>
              <p:ext uri="{D42A27DB-BD31-4B8C-83A1-F6EECF244321}">
                <p14:modId xmlns:p14="http://schemas.microsoft.com/office/powerpoint/2010/main" val="630422231"/>
              </p:ext>
            </p:extLst>
          </p:nvPr>
        </p:nvGraphicFramePr>
        <p:xfrm>
          <a:off x="1264876" y="2657632"/>
          <a:ext cx="7026498" cy="46169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16555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B8AB7-B3E1-8504-FB0A-CCC78EFC8E9C}"/>
              </a:ext>
            </a:extLst>
          </p:cNvPr>
          <p:cNvSpPr>
            <a:spLocks noGrp="1"/>
          </p:cNvSpPr>
          <p:nvPr>
            <p:ph type="title"/>
          </p:nvPr>
        </p:nvSpPr>
        <p:spPr>
          <a:xfrm>
            <a:off x="769288" y="1577340"/>
            <a:ext cx="3412803" cy="4416292"/>
          </a:xfrm>
        </p:spPr>
        <p:txBody>
          <a:bodyPr>
            <a:normAutofit/>
          </a:bodyPr>
          <a:lstStyle/>
          <a:p>
            <a:pPr algn="l"/>
            <a:r>
              <a:rPr lang="en-US" sz="5300" b="0" i="0" u="none" strike="noStrike" dirty="0">
                <a:effectLst/>
                <a:latin typeface="Tw Cen MT" panose="020B0602020104020603" pitchFamily="34" charset="77"/>
              </a:rPr>
              <a:t>Related Work</a:t>
            </a:r>
            <a:endParaRPr lang="en-US" sz="5300" dirty="0">
              <a:latin typeface="Tw Cen MT" panose="020B0602020104020603" pitchFamily="34" charset="77"/>
            </a:endParaRPr>
          </a:p>
        </p:txBody>
      </p:sp>
      <p:pic>
        <p:nvPicPr>
          <p:cNvPr id="15" name="Picture 14">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5A5D34F2-352F-A5D5-FFF5-29E686F4F335}"/>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25, 2025</a:t>
            </a:fld>
            <a:endParaRPr lang="en-US"/>
          </a:p>
        </p:txBody>
      </p:sp>
      <p:pic>
        <p:nvPicPr>
          <p:cNvPr id="17" name="Picture 16">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D39FA151-76A3-736E-4B4E-877252E41773}"/>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6</a:t>
            </a:fld>
            <a:endParaRPr lang="en-US"/>
          </a:p>
        </p:txBody>
      </p:sp>
      <p:graphicFrame>
        <p:nvGraphicFramePr>
          <p:cNvPr id="16" name="Content Placeholder 2">
            <a:extLst>
              <a:ext uri="{FF2B5EF4-FFF2-40B4-BE49-F238E27FC236}">
                <a16:creationId xmlns:a16="http://schemas.microsoft.com/office/drawing/2014/main" id="{4FF90BD8-0660-206E-8702-575DDD495606}"/>
              </a:ext>
            </a:extLst>
          </p:cNvPr>
          <p:cNvGraphicFramePr>
            <a:graphicFrameLocks noGrp="1"/>
          </p:cNvGraphicFramePr>
          <p:nvPr>
            <p:ph sz="quarter" idx="13"/>
            <p:extLst>
              <p:ext uri="{D42A27DB-BD31-4B8C-83A1-F6EECF244321}">
                <p14:modId xmlns:p14="http://schemas.microsoft.com/office/powerpoint/2010/main" val="3046144910"/>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96536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817DEB4B-37C3-1539-4B0B-29F9BFF59DA8}"/>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C81797-EEA2-4D11-524C-3C5C84872470}"/>
              </a:ext>
            </a:extLst>
          </p:cNvPr>
          <p:cNvSpPr>
            <a:spLocks noGrp="1"/>
          </p:cNvSpPr>
          <p:nvPr>
            <p:ph type="title"/>
          </p:nvPr>
        </p:nvSpPr>
        <p:spPr>
          <a:xfrm>
            <a:off x="769288" y="1577340"/>
            <a:ext cx="3412803" cy="4416292"/>
          </a:xfrm>
        </p:spPr>
        <p:txBody>
          <a:bodyPr>
            <a:normAutofit/>
          </a:bodyPr>
          <a:lstStyle/>
          <a:p>
            <a:pPr algn="l"/>
            <a:r>
              <a:rPr lang="en-US" sz="5300" b="0" i="0" u="none" strike="noStrike" dirty="0">
                <a:effectLst/>
                <a:latin typeface="Tw Cen MT" panose="020B0602020104020603" pitchFamily="34" charset="77"/>
              </a:rPr>
              <a:t>Related Work</a:t>
            </a:r>
            <a:endParaRPr lang="en-US" sz="5300" dirty="0">
              <a:latin typeface="Tw Cen MT" panose="020B0602020104020603" pitchFamily="34" charset="77"/>
            </a:endParaRPr>
          </a:p>
        </p:txBody>
      </p:sp>
      <p:pic>
        <p:nvPicPr>
          <p:cNvPr id="25" name="Picture 24">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F495B024-4494-C4C6-E5BC-13BB8C6E9543}"/>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25, 2025</a:t>
            </a:fld>
            <a:endParaRPr lang="en-US"/>
          </a:p>
        </p:txBody>
      </p:sp>
      <p:pic>
        <p:nvPicPr>
          <p:cNvPr id="27" name="Picture 26">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A91B7728-BAC6-8A41-DF54-B391CE17497A}"/>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7</a:t>
            </a:fld>
            <a:endParaRPr lang="en-US"/>
          </a:p>
        </p:txBody>
      </p:sp>
      <p:pic>
        <p:nvPicPr>
          <p:cNvPr id="8" name="Picture 7">
            <a:extLst>
              <a:ext uri="{FF2B5EF4-FFF2-40B4-BE49-F238E27FC236}">
                <a16:creationId xmlns:a16="http://schemas.microsoft.com/office/drawing/2014/main" id="{EA8BC549-09C7-70C6-FFDE-29FE702962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1379" y="0"/>
            <a:ext cx="9524327" cy="5836596"/>
          </a:xfrm>
          <a:prstGeom prst="rect">
            <a:avLst/>
          </a:prstGeom>
        </p:spPr>
      </p:pic>
      <p:sp>
        <p:nvSpPr>
          <p:cNvPr id="10" name="TextBox 9">
            <a:extLst>
              <a:ext uri="{FF2B5EF4-FFF2-40B4-BE49-F238E27FC236}">
                <a16:creationId xmlns:a16="http://schemas.microsoft.com/office/drawing/2014/main" id="{696714A3-C7BA-1ACE-48BF-DE6C45289ED4}"/>
              </a:ext>
            </a:extLst>
          </p:cNvPr>
          <p:cNvSpPr txBox="1"/>
          <p:nvPr/>
        </p:nvSpPr>
        <p:spPr>
          <a:xfrm>
            <a:off x="4951380" y="5836596"/>
            <a:ext cx="9524326" cy="415498"/>
          </a:xfrm>
          <a:prstGeom prst="rect">
            <a:avLst/>
          </a:prstGeom>
          <a:noFill/>
        </p:spPr>
        <p:txBody>
          <a:bodyPr wrap="square" rtlCol="0">
            <a:spAutoFit/>
          </a:bodyPr>
          <a:lstStyle/>
          <a:p>
            <a:r>
              <a:rPr lang="en-US" sz="2100" dirty="0" err="1"/>
              <a:t>CodeBERT</a:t>
            </a:r>
            <a:r>
              <a:rPr lang="en-US" sz="2100" dirty="0"/>
              <a:t> – works best for us given our limited resources. </a:t>
            </a:r>
          </a:p>
        </p:txBody>
      </p:sp>
    </p:spTree>
    <p:extLst>
      <p:ext uri="{BB962C8B-B14F-4D97-AF65-F5344CB8AC3E}">
        <p14:creationId xmlns:p14="http://schemas.microsoft.com/office/powerpoint/2010/main" val="131075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4FB78B-D48E-F732-33F7-C74A8A4E97A3}"/>
              </a:ext>
            </a:extLst>
          </p:cNvPr>
          <p:cNvSpPr>
            <a:spLocks noGrp="1"/>
          </p:cNvSpPr>
          <p:nvPr>
            <p:ph type="title"/>
          </p:nvPr>
        </p:nvSpPr>
        <p:spPr>
          <a:xfrm>
            <a:off x="436098" y="1577340"/>
            <a:ext cx="3745993" cy="4416292"/>
          </a:xfrm>
        </p:spPr>
        <p:txBody>
          <a:bodyPr>
            <a:normAutofit/>
          </a:bodyPr>
          <a:lstStyle/>
          <a:p>
            <a:pPr algn="l"/>
            <a:r>
              <a:rPr lang="en-US" sz="4100" dirty="0"/>
              <a:t>Contribution</a:t>
            </a:r>
          </a:p>
        </p:txBody>
      </p:sp>
      <p:pic>
        <p:nvPicPr>
          <p:cNvPr id="15" name="Picture 14">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0633BDAB-CBFD-D45F-A325-AB6A34CD03A7}"/>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25, 2025</a:t>
            </a:fld>
            <a:endParaRPr lang="en-US"/>
          </a:p>
        </p:txBody>
      </p:sp>
      <p:pic>
        <p:nvPicPr>
          <p:cNvPr id="17" name="Picture 16">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E47916DE-E25C-6511-B6B0-F87DDD365203}"/>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8</a:t>
            </a:fld>
            <a:endParaRPr lang="en-US"/>
          </a:p>
        </p:txBody>
      </p:sp>
      <p:graphicFrame>
        <p:nvGraphicFramePr>
          <p:cNvPr id="7" name="Content Placeholder 2">
            <a:extLst>
              <a:ext uri="{FF2B5EF4-FFF2-40B4-BE49-F238E27FC236}">
                <a16:creationId xmlns:a16="http://schemas.microsoft.com/office/drawing/2014/main" id="{1CA32D66-95A9-C1E8-58C4-E6DB61239B5A}"/>
              </a:ext>
            </a:extLst>
          </p:cNvPr>
          <p:cNvGraphicFramePr>
            <a:graphicFrameLocks noGrp="1"/>
          </p:cNvGraphicFramePr>
          <p:nvPr>
            <p:ph sz="quarter" idx="13"/>
            <p:extLst>
              <p:ext uri="{D42A27DB-BD31-4B8C-83A1-F6EECF244321}">
                <p14:modId xmlns:p14="http://schemas.microsoft.com/office/powerpoint/2010/main" val="234022006"/>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20699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 name="Rectangle 48">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956829-3015-C5A4-EF6E-957461EE5C71}"/>
              </a:ext>
            </a:extLst>
          </p:cNvPr>
          <p:cNvSpPr>
            <a:spLocks noGrp="1"/>
          </p:cNvSpPr>
          <p:nvPr>
            <p:ph type="title"/>
          </p:nvPr>
        </p:nvSpPr>
        <p:spPr>
          <a:xfrm>
            <a:off x="168812" y="1577340"/>
            <a:ext cx="4703110" cy="4416292"/>
          </a:xfrm>
        </p:spPr>
        <p:txBody>
          <a:bodyPr>
            <a:normAutofit/>
          </a:bodyPr>
          <a:lstStyle/>
          <a:p>
            <a:pPr algn="l"/>
            <a:r>
              <a:rPr lang="en-US" sz="4100" b="0" i="0" u="none" strike="noStrike" dirty="0">
                <a:effectLst/>
                <a:latin typeface="Tw Cen MT" panose="020B0602020104020603" pitchFamily="34" charset="77"/>
              </a:rPr>
              <a:t>Materials and Methods</a:t>
            </a:r>
            <a:endParaRPr lang="en-US" sz="4100" dirty="0">
              <a:latin typeface="Tw Cen MT" panose="020B0602020104020603" pitchFamily="34" charset="77"/>
            </a:endParaRPr>
          </a:p>
        </p:txBody>
      </p:sp>
      <p:pic>
        <p:nvPicPr>
          <p:cNvPr id="50" name="Picture 49">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CEA44BF7-0CE1-7C36-F533-FE57BB9C21EC}"/>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25, 2025</a:t>
            </a:fld>
            <a:endParaRPr lang="en-US"/>
          </a:p>
        </p:txBody>
      </p:sp>
      <p:pic>
        <p:nvPicPr>
          <p:cNvPr id="51" name="Picture 5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2BC868EB-F837-E93D-C21C-1943A6E24B1D}"/>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9</a:t>
            </a:fld>
            <a:endParaRPr lang="en-US"/>
          </a:p>
        </p:txBody>
      </p:sp>
      <p:graphicFrame>
        <p:nvGraphicFramePr>
          <p:cNvPr id="52" name="Content Placeholder 2">
            <a:extLst>
              <a:ext uri="{FF2B5EF4-FFF2-40B4-BE49-F238E27FC236}">
                <a16:creationId xmlns:a16="http://schemas.microsoft.com/office/drawing/2014/main" id="{985B846D-CF23-321E-2D7E-081888FC1C0A}"/>
              </a:ext>
            </a:extLst>
          </p:cNvPr>
          <p:cNvGraphicFramePr>
            <a:graphicFrameLocks noGrp="1"/>
          </p:cNvGraphicFramePr>
          <p:nvPr>
            <p:ph sz="quarter" idx="13"/>
            <p:extLst>
              <p:ext uri="{D42A27DB-BD31-4B8C-83A1-F6EECF244321}">
                <p14:modId xmlns:p14="http://schemas.microsoft.com/office/powerpoint/2010/main" val="3635654652"/>
              </p:ext>
            </p:extLst>
          </p:nvPr>
        </p:nvGraphicFramePr>
        <p:xfrm>
          <a:off x="5513821" y="0"/>
          <a:ext cx="8020050" cy="55283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2" name="Picture 41" descr="A white and black label with black text&#10;&#10;AI-generated content may be incorrect.">
            <a:extLst>
              <a:ext uri="{FF2B5EF4-FFF2-40B4-BE49-F238E27FC236}">
                <a16:creationId xmlns:a16="http://schemas.microsoft.com/office/drawing/2014/main" id="{7705E17C-D428-C5BC-A176-441DC17F0C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71922" y="5444990"/>
            <a:ext cx="3448379" cy="2782003"/>
          </a:xfrm>
          <a:prstGeom prst="rect">
            <a:avLst/>
          </a:prstGeom>
        </p:spPr>
      </p:pic>
      <p:sp>
        <p:nvSpPr>
          <p:cNvPr id="3" name="TextBox 2">
            <a:extLst>
              <a:ext uri="{FF2B5EF4-FFF2-40B4-BE49-F238E27FC236}">
                <a16:creationId xmlns:a16="http://schemas.microsoft.com/office/drawing/2014/main" id="{398F3480-436C-C7FA-E609-DA3B9DE6AF1D}"/>
              </a:ext>
            </a:extLst>
          </p:cNvPr>
          <p:cNvSpPr txBox="1"/>
          <p:nvPr/>
        </p:nvSpPr>
        <p:spPr>
          <a:xfrm>
            <a:off x="8491651" y="6515165"/>
            <a:ext cx="4870870" cy="1089529"/>
          </a:xfrm>
          <a:prstGeom prst="rect">
            <a:avLst/>
          </a:prstGeom>
          <a:noFill/>
        </p:spPr>
        <p:txBody>
          <a:bodyPr wrap="square" rtlCol="0">
            <a:spAutoFit/>
          </a:bodyPr>
          <a:lstStyle/>
          <a:p>
            <a:pPr marL="342900" indent="-342900">
              <a:buFont typeface="Arial" panose="020B0604020202020204" pitchFamily="34" charset="0"/>
              <a:buChar char="•"/>
            </a:pPr>
            <a:r>
              <a:rPr lang="en-US" dirty="0"/>
              <a:t>Train-Test split = 80-20 %</a:t>
            </a:r>
          </a:p>
          <a:p>
            <a:pPr marL="342900" indent="-342900">
              <a:buFont typeface="Arial" panose="020B0604020202020204" pitchFamily="34" charset="0"/>
              <a:buChar char="•"/>
            </a:pPr>
            <a:r>
              <a:rPr lang="en-US" dirty="0"/>
              <a:t>Trained for 30 epochs</a:t>
            </a:r>
          </a:p>
          <a:p>
            <a:pPr marL="342900" indent="-342900">
              <a:buFont typeface="Arial" panose="020B0604020202020204" pitchFamily="34" charset="0"/>
              <a:buChar char="•"/>
            </a:pPr>
            <a:r>
              <a:rPr lang="en-US" dirty="0"/>
              <a:t>Accuracy Metric = F1-score</a:t>
            </a:r>
          </a:p>
        </p:txBody>
      </p:sp>
    </p:spTree>
    <p:extLst>
      <p:ext uri="{BB962C8B-B14F-4D97-AF65-F5344CB8AC3E}">
        <p14:creationId xmlns:p14="http://schemas.microsoft.com/office/powerpoint/2010/main" val="2479521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1"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5" name="Rectangle 24">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F5B248-133E-4CBB-5371-55C4A8C242DD}"/>
              </a:ext>
            </a:extLst>
          </p:cNvPr>
          <p:cNvSpPr>
            <a:spLocks noGrp="1"/>
          </p:cNvSpPr>
          <p:nvPr>
            <p:ph type="title"/>
          </p:nvPr>
        </p:nvSpPr>
        <p:spPr>
          <a:xfrm>
            <a:off x="769288" y="1577340"/>
            <a:ext cx="3412803" cy="4416292"/>
          </a:xfrm>
        </p:spPr>
        <p:txBody>
          <a:bodyPr vert="horz" lIns="91440" tIns="45720" rIns="91440" bIns="45720" rtlCol="0" anchor="ctr">
            <a:normAutofit/>
          </a:bodyPr>
          <a:lstStyle/>
          <a:p>
            <a:pPr algn="l" defTabSz="914400"/>
            <a:r>
              <a:rPr lang="en-US" sz="4100"/>
              <a:t>Dataset verification</a:t>
            </a:r>
          </a:p>
        </p:txBody>
      </p:sp>
      <p:pic>
        <p:nvPicPr>
          <p:cNvPr id="29" name="Picture 28">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11F33371-0F1B-0B93-9023-8A10E8CD0777}"/>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25, 2025</a:t>
            </a:fld>
            <a:endParaRPr lang="en-US" sz="1000" kern="1200" dirty="0">
              <a:solidFill>
                <a:schemeClr val="tx1"/>
              </a:solidFill>
              <a:latin typeface="+mn-lt"/>
              <a:ea typeface="+mn-ea"/>
              <a:cs typeface="+mn-cs"/>
            </a:endParaRPr>
          </a:p>
        </p:txBody>
      </p:sp>
      <p:pic>
        <p:nvPicPr>
          <p:cNvPr id="31" name="Picture 3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29AF355C-4C75-D288-1B8D-7841EF40727C}"/>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10</a:t>
            </a:fld>
            <a:endParaRPr lang="en-US" sz="1000" kern="1200" dirty="0">
              <a:solidFill>
                <a:schemeClr val="tx1"/>
              </a:solidFill>
              <a:latin typeface="+mn-lt"/>
              <a:ea typeface="+mn-ea"/>
              <a:cs typeface="+mn-cs"/>
            </a:endParaRPr>
          </a:p>
        </p:txBody>
      </p:sp>
      <p:sp>
        <p:nvSpPr>
          <p:cNvPr id="5" name="TextBox 4">
            <a:extLst>
              <a:ext uri="{FF2B5EF4-FFF2-40B4-BE49-F238E27FC236}">
                <a16:creationId xmlns:a16="http://schemas.microsoft.com/office/drawing/2014/main" id="{570C1389-F826-7FB3-DF9E-D0ECBC6F4D04}"/>
              </a:ext>
            </a:extLst>
          </p:cNvPr>
          <p:cNvSpPr txBox="1"/>
          <p:nvPr/>
        </p:nvSpPr>
        <p:spPr>
          <a:xfrm>
            <a:off x="407963" y="2785402"/>
            <a:ext cx="13547188" cy="3798277"/>
          </a:xfrm>
          <a:prstGeom prst="rect">
            <a:avLst/>
          </a:prstGeom>
          <a:noFill/>
        </p:spPr>
        <p:txBody>
          <a:bodyPr wrap="square" rtlCol="0">
            <a:spAutoFit/>
          </a:bodyPr>
          <a:lstStyle/>
          <a:p>
            <a:endParaRPr lang="en-US" dirty="0"/>
          </a:p>
        </p:txBody>
      </p:sp>
      <p:graphicFrame>
        <p:nvGraphicFramePr>
          <p:cNvPr id="33" name="Google Shape;142;p24">
            <a:extLst>
              <a:ext uri="{FF2B5EF4-FFF2-40B4-BE49-F238E27FC236}">
                <a16:creationId xmlns:a16="http://schemas.microsoft.com/office/drawing/2014/main" id="{F97D8F63-86E1-EC0A-ADA0-A67E9BF51898}"/>
              </a:ext>
            </a:extLst>
          </p:cNvPr>
          <p:cNvGraphicFramePr/>
          <p:nvPr>
            <p:extLst>
              <p:ext uri="{D42A27DB-BD31-4B8C-83A1-F6EECF244321}">
                <p14:modId xmlns:p14="http://schemas.microsoft.com/office/powerpoint/2010/main" val="2262044310"/>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81849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C61B709F-ECEB-EFC7-3C99-3447DBD2F9D6}"/>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9" name="Rectangle 58">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85B513-FBAD-8977-7FBD-98B01647388E}"/>
              </a:ext>
            </a:extLst>
          </p:cNvPr>
          <p:cNvSpPr>
            <a:spLocks noGrp="1"/>
          </p:cNvSpPr>
          <p:nvPr>
            <p:ph type="title"/>
          </p:nvPr>
        </p:nvSpPr>
        <p:spPr>
          <a:xfrm>
            <a:off x="769288" y="1577340"/>
            <a:ext cx="3412803" cy="4416292"/>
          </a:xfrm>
        </p:spPr>
        <p:txBody>
          <a:bodyPr>
            <a:normAutofit/>
          </a:bodyPr>
          <a:lstStyle/>
          <a:p>
            <a:pPr algn="l"/>
            <a:r>
              <a:rPr lang="en-US" sz="4100" b="0" i="0" u="none" strike="noStrike" dirty="0">
                <a:effectLst/>
                <a:latin typeface="Tw Cen MT" panose="020B0602020104020603" pitchFamily="34" charset="77"/>
              </a:rPr>
              <a:t>Materials and Methods</a:t>
            </a:r>
            <a:endParaRPr lang="en-US" sz="4100" dirty="0">
              <a:latin typeface="Tw Cen MT" panose="020B0602020104020603" pitchFamily="34" charset="77"/>
            </a:endParaRPr>
          </a:p>
        </p:txBody>
      </p:sp>
      <p:pic>
        <p:nvPicPr>
          <p:cNvPr id="61" name="Picture 60">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0C717196-3FDE-B8FC-5BBE-E138946224EF}"/>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25, 2025</a:t>
            </a:fld>
            <a:endParaRPr lang="en-US"/>
          </a:p>
        </p:txBody>
      </p:sp>
      <p:pic>
        <p:nvPicPr>
          <p:cNvPr id="63" name="Picture 62">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359D6A28-7C84-139B-E83A-FAF102658C22}"/>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11</a:t>
            </a:fld>
            <a:endParaRPr lang="en-US"/>
          </a:p>
        </p:txBody>
      </p:sp>
      <p:pic>
        <p:nvPicPr>
          <p:cNvPr id="7" name="Content Placeholder 6" descr="A diagram of a diagram&#10;&#10;AI-generated content may be incorrect.">
            <a:extLst>
              <a:ext uri="{FF2B5EF4-FFF2-40B4-BE49-F238E27FC236}">
                <a16:creationId xmlns:a16="http://schemas.microsoft.com/office/drawing/2014/main" id="{6DA21B5B-C3DC-940B-F151-DB85A6A12301}"/>
              </a:ext>
            </a:extLst>
          </p:cNvPr>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4920390" y="2218373"/>
            <a:ext cx="9689831" cy="3775259"/>
          </a:xfrm>
        </p:spPr>
      </p:pic>
    </p:spTree>
    <p:extLst>
      <p:ext uri="{BB962C8B-B14F-4D97-AF65-F5344CB8AC3E}">
        <p14:creationId xmlns:p14="http://schemas.microsoft.com/office/powerpoint/2010/main" val="2321420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useBgFill="1">
        <p:nvSpPr>
          <p:cNvPr id="14" name="Rectangle 13">
            <a:extLst>
              <a:ext uri="{FF2B5EF4-FFF2-40B4-BE49-F238E27FC236}">
                <a16:creationId xmlns:a16="http://schemas.microsoft.com/office/drawing/2014/main" id="{53E559B7-FFF0-4CD8-9260-633468131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180BC9E0-1901-4FD9-90B5-82D9EE5137E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 name="Title 1">
            <a:extLst>
              <a:ext uri="{FF2B5EF4-FFF2-40B4-BE49-F238E27FC236}">
                <a16:creationId xmlns:a16="http://schemas.microsoft.com/office/drawing/2014/main" id="{20493E72-B171-B6F5-3287-C8CDFCF5D919}"/>
              </a:ext>
            </a:extLst>
          </p:cNvPr>
          <p:cNvSpPr>
            <a:spLocks noGrp="1"/>
          </p:cNvSpPr>
          <p:nvPr>
            <p:ph type="title"/>
          </p:nvPr>
        </p:nvSpPr>
        <p:spPr>
          <a:xfrm>
            <a:off x="1152144" y="1148983"/>
            <a:ext cx="5010565" cy="3758295"/>
          </a:xfrm>
        </p:spPr>
        <p:txBody>
          <a:bodyPr vert="horz" lIns="91440" tIns="45720" rIns="91440" bIns="45720" rtlCol="0" anchor="b">
            <a:normAutofit/>
          </a:bodyPr>
          <a:lstStyle/>
          <a:p>
            <a:pPr defTabSz="914400"/>
            <a:r>
              <a:rPr lang="en-US" sz="4800"/>
              <a:t>RESULTS</a:t>
            </a:r>
          </a:p>
        </p:txBody>
      </p:sp>
      <p:sp>
        <p:nvSpPr>
          <p:cNvPr id="3" name="Date Placeholder 2">
            <a:extLst>
              <a:ext uri="{FF2B5EF4-FFF2-40B4-BE49-F238E27FC236}">
                <a16:creationId xmlns:a16="http://schemas.microsoft.com/office/drawing/2014/main" id="{04A51033-5315-F5E1-1615-CF852197D255}"/>
              </a:ext>
            </a:extLst>
          </p:cNvPr>
          <p:cNvSpPr>
            <a:spLocks noGrp="1"/>
          </p:cNvSpPr>
          <p:nvPr>
            <p:ph type="dt" sz="half" idx="10"/>
          </p:nvPr>
        </p:nvSpPr>
        <p:spPr>
          <a:xfrm>
            <a:off x="9214484" y="7059930"/>
            <a:ext cx="3291840" cy="438150"/>
          </a:xfrm>
        </p:spPr>
        <p:txBody>
          <a:bodyPr vert="horz" lIns="91440" tIns="45720" rIns="91440" bIns="45720" rtlCol="0" anchor="ctr">
            <a:normAutofit/>
          </a:bodyPr>
          <a:lstStyle/>
          <a:p>
            <a:pPr defTabSz="914400">
              <a:spcAft>
                <a:spcPts val="600"/>
              </a:spcAft>
            </a:pPr>
            <a:fld id="{8FE48A4D-1133-4A2D-BF39-379310583034}" type="datetime4">
              <a:rPr lang="en-US" sz="1000" smtClean="0"/>
              <a:pPr defTabSz="914400">
                <a:spcAft>
                  <a:spcPts val="600"/>
                </a:spcAft>
              </a:pPr>
              <a:t>April 25, 2025</a:t>
            </a:fld>
            <a:endParaRPr lang="en-US" sz="1000"/>
          </a:p>
        </p:txBody>
      </p:sp>
      <p:sp>
        <p:nvSpPr>
          <p:cNvPr id="4" name="Slide Number Placeholder 3">
            <a:extLst>
              <a:ext uri="{FF2B5EF4-FFF2-40B4-BE49-F238E27FC236}">
                <a16:creationId xmlns:a16="http://schemas.microsoft.com/office/drawing/2014/main" id="{072B3171-69DA-78A5-08CF-81F2C8E5D9E3}"/>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914400">
              <a:spcAft>
                <a:spcPts val="600"/>
              </a:spcAft>
            </a:pPr>
            <a:fld id="{BEF8CA35-127F-4120-8DD7-A2A0EE2D356A}" type="slidenum">
              <a:rPr lang="en-US" sz="1000" smtClean="0"/>
              <a:pPr defTabSz="914400">
                <a:spcAft>
                  <a:spcPts val="600"/>
                </a:spcAft>
              </a:pPr>
              <a:t>12</a:t>
            </a:fld>
            <a:endParaRPr lang="en-US" sz="1000"/>
          </a:p>
        </p:txBody>
      </p:sp>
      <p:pic>
        <p:nvPicPr>
          <p:cNvPr id="5" name="Picture 4">
            <a:extLst>
              <a:ext uri="{FF2B5EF4-FFF2-40B4-BE49-F238E27FC236}">
                <a16:creationId xmlns:a16="http://schemas.microsoft.com/office/drawing/2014/main" id="{37C957FC-5420-142A-8561-25378F6D88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0290" y="870524"/>
            <a:ext cx="9269304" cy="6627556"/>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558244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1AC0DE5F-B0F3-F1E5-102E-CE22556E4E54}"/>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9" name="Rectangle 58">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B6DAE3-AD04-7E60-8DE0-FD4CF8BC7942}"/>
              </a:ext>
            </a:extLst>
          </p:cNvPr>
          <p:cNvSpPr>
            <a:spLocks noGrp="1"/>
          </p:cNvSpPr>
          <p:nvPr>
            <p:ph type="title"/>
          </p:nvPr>
        </p:nvSpPr>
        <p:spPr>
          <a:xfrm>
            <a:off x="769288" y="1577340"/>
            <a:ext cx="3412803" cy="4416292"/>
          </a:xfrm>
        </p:spPr>
        <p:txBody>
          <a:bodyPr>
            <a:normAutofit/>
          </a:bodyPr>
          <a:lstStyle/>
          <a:p>
            <a:pPr algn="l"/>
            <a:r>
              <a:rPr lang="en-US" sz="4100" b="0" i="0" u="none" strike="noStrike" dirty="0">
                <a:effectLst/>
                <a:latin typeface="Tw Cen MT" panose="020B0602020104020603" pitchFamily="34" charset="77"/>
              </a:rPr>
              <a:t>RESULTS</a:t>
            </a:r>
            <a:endParaRPr lang="en-US" sz="4100" dirty="0">
              <a:latin typeface="Tw Cen MT" panose="020B0602020104020603" pitchFamily="34" charset="77"/>
            </a:endParaRPr>
          </a:p>
        </p:txBody>
      </p:sp>
      <p:pic>
        <p:nvPicPr>
          <p:cNvPr id="61" name="Picture 60">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4" name="Date Placeholder 3">
            <a:extLst>
              <a:ext uri="{FF2B5EF4-FFF2-40B4-BE49-F238E27FC236}">
                <a16:creationId xmlns:a16="http://schemas.microsoft.com/office/drawing/2014/main" id="{A61AFF78-7A6B-A0AD-2835-3B6E7842A77C}"/>
              </a:ext>
            </a:extLst>
          </p:cNvPr>
          <p:cNvSpPr>
            <a:spLocks noGrp="1"/>
          </p:cNvSpPr>
          <p:nvPr>
            <p:ph type="dt" sz="half" idx="10"/>
          </p:nvPr>
        </p:nvSpPr>
        <p:spPr>
          <a:xfrm>
            <a:off x="769288" y="7059930"/>
            <a:ext cx="3291840" cy="438150"/>
          </a:xfrm>
        </p:spPr>
        <p:txBody>
          <a:bodyPr>
            <a:normAutofit/>
          </a:bodyPr>
          <a:lstStyle/>
          <a:p>
            <a:pPr algn="l">
              <a:spcAft>
                <a:spcPts val="600"/>
              </a:spcAft>
            </a:pPr>
            <a:fld id="{D016464C-9E34-43F6-A0D9-201046EF6594}" type="datetime4">
              <a:rPr lang="en-US" smtClean="0"/>
              <a:pPr algn="l">
                <a:spcAft>
                  <a:spcPts val="600"/>
                </a:spcAft>
              </a:pPr>
              <a:t>April 26, 2025</a:t>
            </a:fld>
            <a:endParaRPr lang="en-US"/>
          </a:p>
        </p:txBody>
      </p:sp>
      <p:pic>
        <p:nvPicPr>
          <p:cNvPr id="63" name="Picture 62">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5" name="Slide Number Placeholder 4">
            <a:extLst>
              <a:ext uri="{FF2B5EF4-FFF2-40B4-BE49-F238E27FC236}">
                <a16:creationId xmlns:a16="http://schemas.microsoft.com/office/drawing/2014/main" id="{32C25DB3-F620-A06D-6391-2A4EF9BBB933}"/>
              </a:ext>
            </a:extLst>
          </p:cNvPr>
          <p:cNvSpPr>
            <a:spLocks noGrp="1"/>
          </p:cNvSpPr>
          <p:nvPr>
            <p:ph type="sldNum" sz="quarter" idx="12"/>
          </p:nvPr>
        </p:nvSpPr>
        <p:spPr>
          <a:xfrm>
            <a:off x="12616813" y="7059930"/>
            <a:ext cx="917058" cy="438150"/>
          </a:xfrm>
        </p:spPr>
        <p:txBody>
          <a:bodyPr>
            <a:normAutofit/>
          </a:bodyPr>
          <a:lstStyle/>
          <a:p>
            <a:pPr>
              <a:spcAft>
                <a:spcPts val="600"/>
              </a:spcAft>
            </a:pPr>
            <a:fld id="{BEF8CA35-127F-4120-8DD7-A2A0EE2D356A}" type="slidenum">
              <a:rPr lang="en-US" smtClean="0"/>
              <a:pPr>
                <a:spcAft>
                  <a:spcPts val="600"/>
                </a:spcAft>
              </a:pPr>
              <a:t>13</a:t>
            </a:fld>
            <a:endParaRPr lang="en-US"/>
          </a:p>
        </p:txBody>
      </p:sp>
      <p:pic>
        <p:nvPicPr>
          <p:cNvPr id="9" name="Content Placeholder 8" descr="A graph with text on it&#10;&#10;AI-generated content may be incorrect.">
            <a:extLst>
              <a:ext uri="{FF2B5EF4-FFF2-40B4-BE49-F238E27FC236}">
                <a16:creationId xmlns:a16="http://schemas.microsoft.com/office/drawing/2014/main" id="{7A9AAF23-8486-2CBB-A635-BB8E88A676EF}"/>
              </a:ext>
            </a:extLst>
          </p:cNvPr>
          <p:cNvPicPr>
            <a:picLocks noGrp="1" noChangeAspect="1"/>
          </p:cNvPicPr>
          <p:nvPr>
            <p:ph sz="quarter" idx="13"/>
          </p:nvPr>
        </p:nvPicPr>
        <p:blipFill>
          <a:blip r:embed="rId4">
            <a:extLst>
              <a:ext uri="{28A0092B-C50C-407E-A947-70E740481C1C}">
                <a14:useLocalDpi xmlns:a14="http://schemas.microsoft.com/office/drawing/2010/main" val="0"/>
              </a:ext>
            </a:extLst>
          </a:blip>
          <a:stretch>
            <a:fillRect/>
          </a:stretch>
        </p:blipFill>
        <p:spPr>
          <a:xfrm>
            <a:off x="7315200" y="0"/>
            <a:ext cx="5042987" cy="3602134"/>
          </a:xfrm>
        </p:spPr>
      </p:pic>
      <p:pic>
        <p:nvPicPr>
          <p:cNvPr id="11" name="Picture 10" descr="A diagram of a software model&#10;&#10;AI-generated content may be incorrect.">
            <a:extLst>
              <a:ext uri="{FF2B5EF4-FFF2-40B4-BE49-F238E27FC236}">
                <a16:creationId xmlns:a16="http://schemas.microsoft.com/office/drawing/2014/main" id="{5E426DBC-1058-CBC9-8447-9C1165B3F859}"/>
              </a:ext>
            </a:extLst>
          </p:cNvPr>
          <p:cNvPicPr>
            <a:picLocks noChangeAspect="1"/>
          </p:cNvPicPr>
          <p:nvPr/>
        </p:nvPicPr>
        <p:blipFill>
          <a:blip r:embed="rId5">
            <a:extLst>
              <a:ext uri="{28A0092B-C50C-407E-A947-70E740481C1C}">
                <a14:useLocalDpi xmlns:a14="http://schemas.microsoft.com/office/drawing/2010/main" val="0"/>
              </a:ext>
            </a:extLst>
          </a:blip>
          <a:srcRect l="18989" t="5905" r="2773" b="6128"/>
          <a:stretch/>
        </p:blipFill>
        <p:spPr>
          <a:xfrm>
            <a:off x="4897599" y="3350072"/>
            <a:ext cx="4485289" cy="3602134"/>
          </a:xfrm>
          <a:prstGeom prst="rect">
            <a:avLst/>
          </a:prstGeom>
        </p:spPr>
      </p:pic>
      <p:pic>
        <p:nvPicPr>
          <p:cNvPr id="6" name="Picture 5" descr="A diagram of a software company&#10;&#10;AI-generated content may be incorrect.">
            <a:extLst>
              <a:ext uri="{FF2B5EF4-FFF2-40B4-BE49-F238E27FC236}">
                <a16:creationId xmlns:a16="http://schemas.microsoft.com/office/drawing/2014/main" id="{EE2831D8-2129-0844-80F1-2F6761B77219}"/>
              </a:ext>
            </a:extLst>
          </p:cNvPr>
          <p:cNvPicPr>
            <a:picLocks noChangeAspect="1"/>
          </p:cNvPicPr>
          <p:nvPr/>
        </p:nvPicPr>
        <p:blipFill>
          <a:blip r:embed="rId6">
            <a:extLst>
              <a:ext uri="{28A0092B-C50C-407E-A947-70E740481C1C}">
                <a14:useLocalDpi xmlns:a14="http://schemas.microsoft.com/office/drawing/2010/main" val="0"/>
              </a:ext>
            </a:extLst>
          </a:blip>
          <a:srcRect l="18103" t="5332" r="3464" b="6737"/>
          <a:stretch/>
        </p:blipFill>
        <p:spPr>
          <a:xfrm>
            <a:off x="9412457" y="3350072"/>
            <a:ext cx="4498301" cy="3602134"/>
          </a:xfrm>
          <a:prstGeom prst="rect">
            <a:avLst/>
          </a:prstGeom>
        </p:spPr>
      </p:pic>
      <p:sp>
        <p:nvSpPr>
          <p:cNvPr id="7" name="TextBox 6">
            <a:extLst>
              <a:ext uri="{FF2B5EF4-FFF2-40B4-BE49-F238E27FC236}">
                <a16:creationId xmlns:a16="http://schemas.microsoft.com/office/drawing/2014/main" id="{FFE4117D-BDC8-F1B2-9B37-07F4DDFB029E}"/>
              </a:ext>
            </a:extLst>
          </p:cNvPr>
          <p:cNvSpPr txBox="1"/>
          <p:nvPr/>
        </p:nvSpPr>
        <p:spPr>
          <a:xfrm>
            <a:off x="6593927" y="7006327"/>
            <a:ext cx="1442545" cy="424732"/>
          </a:xfrm>
          <a:prstGeom prst="rect">
            <a:avLst/>
          </a:prstGeom>
          <a:noFill/>
        </p:spPr>
        <p:txBody>
          <a:bodyPr wrap="square" rtlCol="0">
            <a:spAutoFit/>
          </a:bodyPr>
          <a:lstStyle/>
          <a:p>
            <a:pPr algn="ctr"/>
            <a:r>
              <a:rPr lang="en-US" dirty="0"/>
              <a:t>15 epochs</a:t>
            </a:r>
          </a:p>
        </p:txBody>
      </p:sp>
      <p:sp>
        <p:nvSpPr>
          <p:cNvPr id="8" name="TextBox 7">
            <a:extLst>
              <a:ext uri="{FF2B5EF4-FFF2-40B4-BE49-F238E27FC236}">
                <a16:creationId xmlns:a16="http://schemas.microsoft.com/office/drawing/2014/main" id="{0E8D2AF2-F806-96C5-2B00-0C997B87DB78}"/>
              </a:ext>
            </a:extLst>
          </p:cNvPr>
          <p:cNvSpPr txBox="1"/>
          <p:nvPr/>
        </p:nvSpPr>
        <p:spPr>
          <a:xfrm>
            <a:off x="11535385" y="7006327"/>
            <a:ext cx="1442545" cy="424732"/>
          </a:xfrm>
          <a:prstGeom prst="rect">
            <a:avLst/>
          </a:prstGeom>
          <a:noFill/>
        </p:spPr>
        <p:txBody>
          <a:bodyPr wrap="square" rtlCol="0">
            <a:spAutoFit/>
          </a:bodyPr>
          <a:lstStyle/>
          <a:p>
            <a:pPr algn="ctr"/>
            <a:r>
              <a:rPr lang="en-US" dirty="0"/>
              <a:t>30 epochs</a:t>
            </a:r>
          </a:p>
        </p:txBody>
      </p:sp>
    </p:spTree>
    <p:extLst>
      <p:ext uri="{BB962C8B-B14F-4D97-AF65-F5344CB8AC3E}">
        <p14:creationId xmlns:p14="http://schemas.microsoft.com/office/powerpoint/2010/main" val="911251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5" name="Rectangle 14">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70D9A-ED87-2830-AD28-92BB550CF24D}"/>
              </a:ext>
            </a:extLst>
          </p:cNvPr>
          <p:cNvSpPr>
            <a:spLocks noGrp="1"/>
          </p:cNvSpPr>
          <p:nvPr>
            <p:ph type="title"/>
          </p:nvPr>
        </p:nvSpPr>
        <p:spPr>
          <a:xfrm>
            <a:off x="769288" y="1577340"/>
            <a:ext cx="3412803" cy="4416292"/>
          </a:xfrm>
        </p:spPr>
        <p:txBody>
          <a:bodyPr vert="horz" lIns="91440" tIns="45720" rIns="91440" bIns="45720" rtlCol="0" anchor="ctr">
            <a:normAutofit/>
          </a:bodyPr>
          <a:lstStyle/>
          <a:p>
            <a:pPr algn="l" defTabSz="914400"/>
            <a:r>
              <a:rPr lang="en-US" sz="5300"/>
              <a:t>Next STEPs</a:t>
            </a:r>
          </a:p>
        </p:txBody>
      </p:sp>
      <p:pic>
        <p:nvPicPr>
          <p:cNvPr id="19" name="Picture 18">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2CD2CC8B-44A4-8D9D-AF17-D8B0E6FA7AE1}"/>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25, 2025</a:t>
            </a:fld>
            <a:endParaRPr lang="en-US" sz="1000" kern="1200" dirty="0">
              <a:solidFill>
                <a:schemeClr val="tx1"/>
              </a:solidFill>
              <a:latin typeface="+mn-lt"/>
              <a:ea typeface="+mn-ea"/>
              <a:cs typeface="+mn-cs"/>
            </a:endParaRPr>
          </a:p>
        </p:txBody>
      </p:sp>
      <p:pic>
        <p:nvPicPr>
          <p:cNvPr id="21" name="Picture 20">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2833A628-108A-9283-DBCE-D78FF1C86971}"/>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14</a:t>
            </a:fld>
            <a:endParaRPr lang="en-US" sz="1000" kern="1200" dirty="0">
              <a:solidFill>
                <a:schemeClr val="tx1"/>
              </a:solidFill>
              <a:latin typeface="+mn-lt"/>
              <a:ea typeface="+mn-ea"/>
              <a:cs typeface="+mn-cs"/>
            </a:endParaRPr>
          </a:p>
        </p:txBody>
      </p:sp>
      <p:graphicFrame>
        <p:nvGraphicFramePr>
          <p:cNvPr id="7" name="TextBox 4">
            <a:extLst>
              <a:ext uri="{FF2B5EF4-FFF2-40B4-BE49-F238E27FC236}">
                <a16:creationId xmlns:a16="http://schemas.microsoft.com/office/drawing/2014/main" id="{D58DC49F-3552-FA20-4558-CB62D5A47B8C}"/>
              </a:ext>
            </a:extLst>
          </p:cNvPr>
          <p:cNvGraphicFramePr/>
          <p:nvPr>
            <p:extLst>
              <p:ext uri="{D42A27DB-BD31-4B8C-83A1-F6EECF244321}">
                <p14:modId xmlns:p14="http://schemas.microsoft.com/office/powerpoint/2010/main" val="3203241055"/>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74082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7B093FF9-B904-7F91-4F87-B21B8A4CD55F}"/>
            </a:ext>
          </a:extLst>
        </p:cNvPr>
        <p:cNvGrpSpPr/>
        <p:nvPr/>
      </p:nvGrpSpPr>
      <p:grpSpPr>
        <a:xfrm>
          <a:off x="0" y="0"/>
          <a:ext cx="0" cy="0"/>
          <a:chOff x="0" y="0"/>
          <a:chExt cx="0" cy="0"/>
        </a:xfrm>
      </p:grpSpPr>
      <p:pic>
        <p:nvPicPr>
          <p:cNvPr id="28"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32" name="Rectangle 31">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BDD1BF-7349-750F-EA76-D99ECD07F70B}"/>
              </a:ext>
            </a:extLst>
          </p:cNvPr>
          <p:cNvSpPr>
            <a:spLocks noGrp="1"/>
          </p:cNvSpPr>
          <p:nvPr>
            <p:ph type="title"/>
          </p:nvPr>
        </p:nvSpPr>
        <p:spPr>
          <a:xfrm>
            <a:off x="769288" y="1577340"/>
            <a:ext cx="3412803" cy="4416292"/>
          </a:xfrm>
        </p:spPr>
        <p:txBody>
          <a:bodyPr vert="horz" lIns="91440" tIns="45720" rIns="91440" bIns="45720" rtlCol="0" anchor="ctr">
            <a:normAutofit/>
          </a:bodyPr>
          <a:lstStyle/>
          <a:p>
            <a:pPr algn="l" defTabSz="914400"/>
            <a:r>
              <a:rPr lang="en-US" sz="5300" dirty="0"/>
              <a:t>Security vs non-security dataset</a:t>
            </a:r>
          </a:p>
        </p:txBody>
      </p:sp>
      <p:pic>
        <p:nvPicPr>
          <p:cNvPr id="36" name="Picture 35">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FEA1C216-27EF-6D2D-1642-F94AA14588E7}"/>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25, 2025</a:t>
            </a:fld>
            <a:endParaRPr lang="en-US" sz="1000" kern="1200" dirty="0">
              <a:solidFill>
                <a:schemeClr val="tx1"/>
              </a:solidFill>
              <a:latin typeface="+mn-lt"/>
              <a:ea typeface="+mn-ea"/>
              <a:cs typeface="+mn-cs"/>
            </a:endParaRPr>
          </a:p>
        </p:txBody>
      </p:sp>
      <p:pic>
        <p:nvPicPr>
          <p:cNvPr id="38" name="Picture 37">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FC7C5C8B-22DA-7715-3254-E7376D714E2D}"/>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15</a:t>
            </a:fld>
            <a:endParaRPr lang="en-US" sz="1000" kern="1200" dirty="0">
              <a:solidFill>
                <a:schemeClr val="tx1"/>
              </a:solidFill>
              <a:latin typeface="+mn-lt"/>
              <a:ea typeface="+mn-ea"/>
              <a:cs typeface="+mn-cs"/>
            </a:endParaRPr>
          </a:p>
        </p:txBody>
      </p:sp>
      <p:graphicFrame>
        <p:nvGraphicFramePr>
          <p:cNvPr id="24" name="TextBox 4">
            <a:extLst>
              <a:ext uri="{FF2B5EF4-FFF2-40B4-BE49-F238E27FC236}">
                <a16:creationId xmlns:a16="http://schemas.microsoft.com/office/drawing/2014/main" id="{546C3645-41AC-084E-756A-E207DEF3A409}"/>
              </a:ext>
            </a:extLst>
          </p:cNvPr>
          <p:cNvGraphicFramePr/>
          <p:nvPr>
            <p:extLst>
              <p:ext uri="{D42A27DB-BD31-4B8C-83A1-F6EECF244321}">
                <p14:modId xmlns:p14="http://schemas.microsoft.com/office/powerpoint/2010/main" val="3814877440"/>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56093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FE3EC73-D431-9A5F-83E0-9B782A914EC2}"/>
            </a:ext>
          </a:extLst>
        </p:cNvPr>
        <p:cNvGrpSpPr/>
        <p:nvPr/>
      </p:nvGrpSpPr>
      <p:grpSpPr>
        <a:xfrm>
          <a:off x="0" y="0"/>
          <a:ext cx="0" cy="0"/>
          <a:chOff x="0" y="0"/>
          <a:chExt cx="0" cy="0"/>
        </a:xfrm>
      </p:grpSpPr>
      <p:pic>
        <p:nvPicPr>
          <p:cNvPr id="29"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33" name="Rectangle 32">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6352C9-761C-1DE2-69E4-E91FF95BBBED}"/>
              </a:ext>
            </a:extLst>
          </p:cNvPr>
          <p:cNvSpPr>
            <a:spLocks noGrp="1"/>
          </p:cNvSpPr>
          <p:nvPr>
            <p:ph type="title"/>
          </p:nvPr>
        </p:nvSpPr>
        <p:spPr>
          <a:xfrm>
            <a:off x="0" y="1622809"/>
            <a:ext cx="4871919" cy="4416292"/>
          </a:xfrm>
        </p:spPr>
        <p:txBody>
          <a:bodyPr vert="horz" lIns="91440" tIns="45720" rIns="91440" bIns="45720" rtlCol="0" anchor="ctr">
            <a:normAutofit/>
          </a:bodyPr>
          <a:lstStyle/>
          <a:p>
            <a:pPr defTabSz="914400"/>
            <a:r>
              <a:rPr lang="en-US" sz="5300" dirty="0"/>
              <a:t>Agentic ai background</a:t>
            </a:r>
          </a:p>
        </p:txBody>
      </p:sp>
      <p:pic>
        <p:nvPicPr>
          <p:cNvPr id="37" name="Picture 36">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67B6975E-6ED4-385F-746D-EE34212E4684}"/>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26, 2025</a:t>
            </a:fld>
            <a:endParaRPr lang="en-US" sz="1000" kern="1200" dirty="0">
              <a:solidFill>
                <a:schemeClr val="tx1"/>
              </a:solidFill>
              <a:latin typeface="+mn-lt"/>
              <a:ea typeface="+mn-ea"/>
              <a:cs typeface="+mn-cs"/>
            </a:endParaRPr>
          </a:p>
        </p:txBody>
      </p:sp>
      <p:pic>
        <p:nvPicPr>
          <p:cNvPr id="39" name="Picture 38">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6C882500-A58B-BDA1-DBD0-144CE3A552ED}"/>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16</a:t>
            </a:fld>
            <a:endParaRPr lang="en-US" sz="1000" kern="1200" dirty="0">
              <a:solidFill>
                <a:schemeClr val="tx1"/>
              </a:solidFill>
              <a:latin typeface="+mn-lt"/>
              <a:ea typeface="+mn-ea"/>
              <a:cs typeface="+mn-cs"/>
            </a:endParaRPr>
          </a:p>
        </p:txBody>
      </p:sp>
      <p:graphicFrame>
        <p:nvGraphicFramePr>
          <p:cNvPr id="24" name="TextBox 4">
            <a:extLst>
              <a:ext uri="{FF2B5EF4-FFF2-40B4-BE49-F238E27FC236}">
                <a16:creationId xmlns:a16="http://schemas.microsoft.com/office/drawing/2014/main" id="{2CF83AD3-B24F-DE25-02A6-29DBFF7257DB}"/>
              </a:ext>
            </a:extLst>
          </p:cNvPr>
          <p:cNvGraphicFramePr/>
          <p:nvPr>
            <p:extLst>
              <p:ext uri="{D42A27DB-BD31-4B8C-83A1-F6EECF244321}">
                <p14:modId xmlns:p14="http://schemas.microsoft.com/office/powerpoint/2010/main" val="66924891"/>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795947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2A329132-9BF7-AFFB-5D2E-10BAABB583B2}"/>
            </a:ext>
          </a:extLst>
        </p:cNvPr>
        <p:cNvGrpSpPr/>
        <p:nvPr/>
      </p:nvGrpSpPr>
      <p:grpSpPr>
        <a:xfrm>
          <a:off x="0" y="0"/>
          <a:ext cx="0" cy="0"/>
          <a:chOff x="0" y="0"/>
          <a:chExt cx="0" cy="0"/>
        </a:xfrm>
      </p:grpSpPr>
      <p:pic>
        <p:nvPicPr>
          <p:cNvPr id="26"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28" name="Rectangle 2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02251B-EA0D-E6B3-18A0-ECB7536F3E4C}"/>
              </a:ext>
            </a:extLst>
          </p:cNvPr>
          <p:cNvSpPr>
            <a:spLocks noGrp="1"/>
          </p:cNvSpPr>
          <p:nvPr>
            <p:ph type="title"/>
          </p:nvPr>
        </p:nvSpPr>
        <p:spPr>
          <a:xfrm>
            <a:off x="769288" y="1577340"/>
            <a:ext cx="3412803" cy="4416292"/>
          </a:xfrm>
        </p:spPr>
        <p:txBody>
          <a:bodyPr vert="horz" lIns="91440" tIns="45720" rIns="91440" bIns="45720" rtlCol="0" anchor="ctr">
            <a:normAutofit/>
          </a:bodyPr>
          <a:lstStyle/>
          <a:p>
            <a:pPr algn="l" defTabSz="914400"/>
            <a:r>
              <a:rPr lang="en-US" sz="4100" dirty="0"/>
              <a:t>Agentic ai FRAMEWORK</a:t>
            </a:r>
          </a:p>
        </p:txBody>
      </p:sp>
      <p:pic>
        <p:nvPicPr>
          <p:cNvPr id="32" name="Picture 3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A5B54968-881B-93D7-77B4-DC4E560EB63F}"/>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26, 2025</a:t>
            </a:fld>
            <a:endParaRPr lang="en-US" sz="1000" kern="1200" dirty="0">
              <a:solidFill>
                <a:schemeClr val="tx1"/>
              </a:solidFill>
              <a:latin typeface="+mn-lt"/>
              <a:ea typeface="+mn-ea"/>
              <a:cs typeface="+mn-cs"/>
            </a:endParaRPr>
          </a:p>
        </p:txBody>
      </p:sp>
      <p:pic>
        <p:nvPicPr>
          <p:cNvPr id="34" name="Picture 3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116DDB1B-FED7-4A1A-D9AD-BBB404362C38}"/>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17</a:t>
            </a:fld>
            <a:endParaRPr lang="en-US" sz="1000" kern="1200" dirty="0">
              <a:solidFill>
                <a:schemeClr val="tx1"/>
              </a:solidFill>
              <a:latin typeface="+mn-lt"/>
              <a:ea typeface="+mn-ea"/>
              <a:cs typeface="+mn-cs"/>
            </a:endParaRPr>
          </a:p>
        </p:txBody>
      </p:sp>
      <p:pic>
        <p:nvPicPr>
          <p:cNvPr id="1026" name="Picture 2">
            <a:extLst>
              <a:ext uri="{FF2B5EF4-FFF2-40B4-BE49-F238E27FC236}">
                <a16:creationId xmlns:a16="http://schemas.microsoft.com/office/drawing/2014/main" id="{456B03C3-BE7C-A7BB-C33E-B25FAC4A1B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219" y="1791406"/>
            <a:ext cx="9716181" cy="44311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60038F0-8617-0FA4-5521-6EE70F4692D0}"/>
              </a:ext>
            </a:extLst>
          </p:cNvPr>
          <p:cNvSpPr txBox="1"/>
          <p:nvPr/>
        </p:nvSpPr>
        <p:spPr>
          <a:xfrm>
            <a:off x="8189843" y="7498080"/>
            <a:ext cx="3900557" cy="424732"/>
          </a:xfrm>
          <a:prstGeom prst="rect">
            <a:avLst/>
          </a:prstGeom>
          <a:noFill/>
        </p:spPr>
        <p:txBody>
          <a:bodyPr wrap="square" rtlCol="0">
            <a:spAutoFit/>
          </a:bodyPr>
          <a:lstStyle/>
          <a:p>
            <a:r>
              <a:rPr lang="en-US" dirty="0"/>
              <a:t>CREDIT: </a:t>
            </a:r>
            <a:r>
              <a:rPr lang="en-US" dirty="0">
                <a:hlinkClick r:id="rId6"/>
              </a:rPr>
              <a:t>TOWARDS DATASCIENCE</a:t>
            </a:r>
            <a:endParaRPr lang="en-US" dirty="0"/>
          </a:p>
        </p:txBody>
      </p:sp>
    </p:spTree>
    <p:extLst>
      <p:ext uri="{BB962C8B-B14F-4D97-AF65-F5344CB8AC3E}">
        <p14:creationId xmlns:p14="http://schemas.microsoft.com/office/powerpoint/2010/main" val="441501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C0BFAA38-5B99-1A89-D2AD-430DDA8425EE}"/>
            </a:ext>
          </a:extLst>
        </p:cNvPr>
        <p:cNvGrpSpPr/>
        <p:nvPr/>
      </p:nvGrpSpPr>
      <p:grpSpPr>
        <a:xfrm>
          <a:off x="0" y="0"/>
          <a:ext cx="0" cy="0"/>
          <a:chOff x="0" y="0"/>
          <a:chExt cx="0" cy="0"/>
        </a:xfrm>
      </p:grpSpPr>
      <p:pic>
        <p:nvPicPr>
          <p:cNvPr id="64"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64">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66" name="Rectangle 65">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7" name="Rectangle 66">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FBDEE-43F3-074B-465B-078985912303}"/>
              </a:ext>
            </a:extLst>
          </p:cNvPr>
          <p:cNvSpPr>
            <a:spLocks noGrp="1"/>
          </p:cNvSpPr>
          <p:nvPr>
            <p:ph type="title"/>
          </p:nvPr>
        </p:nvSpPr>
        <p:spPr>
          <a:xfrm>
            <a:off x="145616" y="1622809"/>
            <a:ext cx="4615814" cy="4416292"/>
          </a:xfrm>
        </p:spPr>
        <p:txBody>
          <a:bodyPr vert="horz" lIns="91440" tIns="45720" rIns="91440" bIns="45720" rtlCol="0" anchor="ctr">
            <a:normAutofit/>
          </a:bodyPr>
          <a:lstStyle/>
          <a:p>
            <a:pPr defTabSz="914400"/>
            <a:r>
              <a:rPr lang="en-US" sz="4900" dirty="0" err="1"/>
              <a:t>Langchain</a:t>
            </a:r>
            <a:r>
              <a:rPr lang="en-US" sz="4900" dirty="0"/>
              <a:t> is preferred</a:t>
            </a:r>
          </a:p>
        </p:txBody>
      </p:sp>
      <p:pic>
        <p:nvPicPr>
          <p:cNvPr id="68" name="Picture 67">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F90196B7-E3F4-CDA6-D940-A176CAD963AB}"/>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26, 2025</a:t>
            </a:fld>
            <a:endParaRPr lang="en-US" sz="1000" kern="1200" dirty="0">
              <a:solidFill>
                <a:schemeClr val="tx1"/>
              </a:solidFill>
              <a:latin typeface="+mn-lt"/>
              <a:ea typeface="+mn-ea"/>
              <a:cs typeface="+mn-cs"/>
            </a:endParaRPr>
          </a:p>
        </p:txBody>
      </p:sp>
      <p:pic>
        <p:nvPicPr>
          <p:cNvPr id="69" name="Picture 68">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A01BB31A-3800-F252-EDCD-EDB48FD907A9}"/>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18</a:t>
            </a:fld>
            <a:endParaRPr lang="en-US" sz="1000" kern="1200" dirty="0">
              <a:solidFill>
                <a:schemeClr val="tx1"/>
              </a:solidFill>
              <a:latin typeface="+mn-lt"/>
              <a:ea typeface="+mn-ea"/>
              <a:cs typeface="+mn-cs"/>
            </a:endParaRPr>
          </a:p>
        </p:txBody>
      </p:sp>
      <p:graphicFrame>
        <p:nvGraphicFramePr>
          <p:cNvPr id="5" name="TextBox 4">
            <a:extLst>
              <a:ext uri="{FF2B5EF4-FFF2-40B4-BE49-F238E27FC236}">
                <a16:creationId xmlns:a16="http://schemas.microsoft.com/office/drawing/2014/main" id="{06560616-6E4D-3FF9-3BD1-E6C9C35655A1}"/>
              </a:ext>
            </a:extLst>
          </p:cNvPr>
          <p:cNvGraphicFramePr/>
          <p:nvPr>
            <p:extLst>
              <p:ext uri="{D42A27DB-BD31-4B8C-83A1-F6EECF244321}">
                <p14:modId xmlns:p14="http://schemas.microsoft.com/office/powerpoint/2010/main" val="3858167933"/>
              </p:ext>
            </p:extLst>
          </p:nvPr>
        </p:nvGraphicFramePr>
        <p:xfrm>
          <a:off x="5513070" y="1066800"/>
          <a:ext cx="8020050" cy="552831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9824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A12939B8-5239-1454-C2EC-1E7F515CEFC9}"/>
            </a:ext>
          </a:extLst>
        </p:cNvPr>
        <p:cNvGrpSpPr/>
        <p:nvPr/>
      </p:nvGrpSpPr>
      <p:grpSpPr>
        <a:xfrm>
          <a:off x="0" y="0"/>
          <a:ext cx="0" cy="0"/>
          <a:chOff x="0" y="0"/>
          <a:chExt cx="0" cy="0"/>
        </a:xfrm>
      </p:grpSpPr>
      <p:pic>
        <p:nvPicPr>
          <p:cNvPr id="10"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4630403" cy="82296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4630400" cy="8229600"/>
          </a:xfrm>
          <a:prstGeom prst="rect">
            <a:avLst/>
          </a:prstGeom>
        </p:spPr>
      </p:pic>
      <p:sp>
        <p:nvSpPr>
          <p:cNvPr id="14" name="Rectangle 13">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1922" y="0"/>
            <a:ext cx="9758478"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71922" cy="82296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F9D26A-4E8E-71B6-0EB9-EEDC94086D71}"/>
              </a:ext>
            </a:extLst>
          </p:cNvPr>
          <p:cNvSpPr>
            <a:spLocks noGrp="1"/>
          </p:cNvSpPr>
          <p:nvPr>
            <p:ph type="title"/>
          </p:nvPr>
        </p:nvSpPr>
        <p:spPr>
          <a:xfrm>
            <a:off x="-2" y="1577340"/>
            <a:ext cx="4471990" cy="4416292"/>
          </a:xfrm>
        </p:spPr>
        <p:txBody>
          <a:bodyPr vert="horz" lIns="91440" tIns="45720" rIns="91440" bIns="45720" rtlCol="0" anchor="ctr">
            <a:normAutofit/>
          </a:bodyPr>
          <a:lstStyle/>
          <a:p>
            <a:pPr defTabSz="914400"/>
            <a:r>
              <a:rPr lang="en-US" sz="4900" dirty="0"/>
              <a:t>Proposed framework</a:t>
            </a:r>
          </a:p>
        </p:txBody>
      </p:sp>
      <p:pic>
        <p:nvPicPr>
          <p:cNvPr id="18" name="Picture 17">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6700" b="77917"/>
          <a:stretch/>
        </p:blipFill>
        <p:spPr>
          <a:xfrm>
            <a:off x="0" y="0"/>
            <a:ext cx="4871922" cy="1817370"/>
          </a:xfrm>
          <a:prstGeom prst="rect">
            <a:avLst/>
          </a:prstGeom>
        </p:spPr>
      </p:pic>
      <p:sp>
        <p:nvSpPr>
          <p:cNvPr id="3" name="Date Placeholder 2">
            <a:extLst>
              <a:ext uri="{FF2B5EF4-FFF2-40B4-BE49-F238E27FC236}">
                <a16:creationId xmlns:a16="http://schemas.microsoft.com/office/drawing/2014/main" id="{EB20504D-6357-6609-128A-1ED5E91529EF}"/>
              </a:ext>
            </a:extLst>
          </p:cNvPr>
          <p:cNvSpPr>
            <a:spLocks noGrp="1"/>
          </p:cNvSpPr>
          <p:nvPr>
            <p:ph type="dt" sz="half" idx="10"/>
          </p:nvPr>
        </p:nvSpPr>
        <p:spPr>
          <a:xfrm>
            <a:off x="769288" y="7059930"/>
            <a:ext cx="3291840" cy="438150"/>
          </a:xfrm>
        </p:spPr>
        <p:txBody>
          <a:bodyPr vert="horz" lIns="91440" tIns="45720" rIns="91440" bIns="45720" rtlCol="0" anchor="ctr">
            <a:normAutofit/>
          </a:bodyPr>
          <a:lstStyle/>
          <a:p>
            <a:pPr algn="l" defTabSz="457200">
              <a:spcAft>
                <a:spcPts val="600"/>
              </a:spcAft>
            </a:pPr>
            <a:fld id="{8FE48A4D-1133-4A2D-BF39-379310583034}" type="datetime4">
              <a:rPr lang="en-US" sz="1000" kern="1200" dirty="0">
                <a:solidFill>
                  <a:schemeClr val="tx1"/>
                </a:solidFill>
                <a:latin typeface="+mn-lt"/>
                <a:ea typeface="+mn-ea"/>
                <a:cs typeface="+mn-cs"/>
              </a:rPr>
              <a:pPr algn="l" defTabSz="457200">
                <a:spcAft>
                  <a:spcPts val="600"/>
                </a:spcAft>
              </a:pPr>
              <a:t>April 26, 2025</a:t>
            </a:fld>
            <a:endParaRPr lang="en-US" sz="1000" kern="1200" dirty="0">
              <a:solidFill>
                <a:schemeClr val="tx1"/>
              </a:solidFill>
              <a:latin typeface="+mn-lt"/>
              <a:ea typeface="+mn-ea"/>
              <a:cs typeface="+mn-cs"/>
            </a:endParaRPr>
          </a:p>
        </p:txBody>
      </p:sp>
      <p:pic>
        <p:nvPicPr>
          <p:cNvPr id="20" name="Picture 19">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652470" y="7155483"/>
            <a:ext cx="3108960" cy="1071510"/>
          </a:xfrm>
          <a:prstGeom prst="rect">
            <a:avLst/>
          </a:prstGeom>
        </p:spPr>
      </p:pic>
      <p:sp>
        <p:nvSpPr>
          <p:cNvPr id="4" name="Slide Number Placeholder 3">
            <a:extLst>
              <a:ext uri="{FF2B5EF4-FFF2-40B4-BE49-F238E27FC236}">
                <a16:creationId xmlns:a16="http://schemas.microsoft.com/office/drawing/2014/main" id="{162283C7-F0AB-CB65-F9C6-19DA07635F0B}"/>
              </a:ext>
            </a:extLst>
          </p:cNvPr>
          <p:cNvSpPr>
            <a:spLocks noGrp="1"/>
          </p:cNvSpPr>
          <p:nvPr>
            <p:ph type="sldNum" sz="quarter" idx="12"/>
          </p:nvPr>
        </p:nvSpPr>
        <p:spPr>
          <a:xfrm>
            <a:off x="12616813" y="7059930"/>
            <a:ext cx="917058" cy="438150"/>
          </a:xfrm>
        </p:spPr>
        <p:txBody>
          <a:bodyPr vert="horz" lIns="91440" tIns="45720" rIns="91440" bIns="45720" rtlCol="0" anchor="ctr">
            <a:normAutofit/>
          </a:bodyPr>
          <a:lstStyle/>
          <a:p>
            <a:pPr defTabSz="457200">
              <a:spcAft>
                <a:spcPts val="600"/>
              </a:spcAft>
            </a:pPr>
            <a:fld id="{BEF8CA35-127F-4120-8DD7-A2A0EE2D356A}" type="slidenum">
              <a:rPr lang="en-US" sz="1000" kern="1200" dirty="0">
                <a:solidFill>
                  <a:schemeClr val="tx1"/>
                </a:solidFill>
                <a:latin typeface="+mn-lt"/>
                <a:ea typeface="+mn-ea"/>
                <a:cs typeface="+mn-cs"/>
              </a:rPr>
              <a:pPr defTabSz="457200">
                <a:spcAft>
                  <a:spcPts val="600"/>
                </a:spcAft>
              </a:pPr>
              <a:t>19</a:t>
            </a:fld>
            <a:endParaRPr lang="en-US" sz="1000" kern="1200" dirty="0">
              <a:solidFill>
                <a:schemeClr val="tx1"/>
              </a:solidFill>
              <a:latin typeface="+mn-lt"/>
              <a:ea typeface="+mn-ea"/>
              <a:cs typeface="+mn-cs"/>
            </a:endParaRPr>
          </a:p>
        </p:txBody>
      </p:sp>
      <p:pic>
        <p:nvPicPr>
          <p:cNvPr id="6" name="Picture 5" descr="A table with text on it&#10;&#10;AI-generated content may be incorrect.">
            <a:extLst>
              <a:ext uri="{FF2B5EF4-FFF2-40B4-BE49-F238E27FC236}">
                <a16:creationId xmlns:a16="http://schemas.microsoft.com/office/drawing/2014/main" id="{04E7A027-1929-E0D2-D28C-852A2DF6751C}"/>
              </a:ext>
            </a:extLst>
          </p:cNvPr>
          <p:cNvPicPr>
            <a:picLocks noChangeAspect="1"/>
          </p:cNvPicPr>
          <p:nvPr/>
        </p:nvPicPr>
        <p:blipFill>
          <a:blip r:embed="rId5">
            <a:extLst>
              <a:ext uri="{28A0092B-C50C-407E-A947-70E740481C1C}">
                <a14:useLocalDpi xmlns:a14="http://schemas.microsoft.com/office/drawing/2010/main" val="0"/>
              </a:ext>
            </a:extLst>
          </a:blip>
          <a:srcRect b="17552"/>
          <a:stretch/>
        </p:blipFill>
        <p:spPr>
          <a:xfrm>
            <a:off x="5682716" y="1120912"/>
            <a:ext cx="7288247" cy="5329147"/>
          </a:xfrm>
          <a:prstGeom prst="rect">
            <a:avLst/>
          </a:prstGeom>
        </p:spPr>
      </p:pic>
    </p:spTree>
    <p:extLst>
      <p:ext uri="{BB962C8B-B14F-4D97-AF65-F5344CB8AC3E}">
        <p14:creationId xmlns:p14="http://schemas.microsoft.com/office/powerpoint/2010/main" val="407980163"/>
      </p:ext>
    </p:extLst>
  </p:cSld>
  <p:clrMapOvr>
    <a:masterClrMapping/>
  </p:clrMapOvr>
</p:sld>
</file>

<file path=ppt/theme/theme1.xml><?xml version="1.0" encoding="utf-8"?>
<a:theme xmlns:a="http://schemas.openxmlformats.org/drawingml/2006/main" name="Custom Desig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Custom 1">
      <a:majorFont>
        <a:latin typeface="Arial Rounded MT Bold"/>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defRPr sz="2000" dirty="0">
            <a:latin typeface="Tahoma" panose="020B0604030504040204" pitchFamily="34" charset="0"/>
            <a:ea typeface="Tahoma" panose="020B0604030504040204" pitchFamily="34" charset="0"/>
            <a:cs typeface="Tahoma" panose="020B0604030504040204" pitchFamily="34" charset="0"/>
          </a:defRPr>
        </a:defPPr>
      </a:lstStyle>
    </a:spDef>
    <a:txDef>
      <a:spPr>
        <a:noFill/>
      </a:spPr>
      <a:bodyPr wrap="none" rtlCol="0">
        <a:spAutoFit/>
      </a:bodyPr>
      <a:lstStyle>
        <a:defPPr>
          <a:defRPr sz="2000" dirty="0">
            <a:latin typeface="Tahoma" panose="020B0604030504040204" pitchFamily="34" charset="0"/>
            <a:ea typeface="Tahoma" panose="020B0604030504040204" pitchFamily="34" charset="0"/>
            <a:cs typeface="Tahoma" panose="020B0604030504040204" pitchFamily="34" charset="0"/>
          </a:defRPr>
        </a:defPPr>
      </a:lstStyle>
    </a:txDef>
  </a:objectDefaults>
  <a:extraClrSchemeLst/>
  <a:extLst>
    <a:ext uri="{05A4C25C-085E-4340-85A3-A5531E510DB2}">
      <thm15:themeFamily xmlns:thm15="http://schemas.microsoft.com/office/thememl/2012/main" name="ISU" id="{D5F74241-31B5-0947-A854-98A01109D6B9}" vid="{F65F6FC8-5B3D-4045-914B-0BBE5517D2EA}"/>
    </a:ext>
  </a:extLst>
</a:theme>
</file>

<file path=ppt/theme/theme2.xml><?xml version="1.0" encoding="utf-8"?>
<a:theme xmlns:a="http://schemas.openxmlformats.org/drawingml/2006/main" name="3_Blends">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SU" id="{D5F74241-31B5-0947-A854-98A01109D6B9}" vid="{844C190A-5336-3049-91AC-7D691CE18C32}"/>
    </a:ext>
  </a:extLst>
</a:theme>
</file>

<file path=ppt/theme/theme3.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10257D7C0B91F438A53EC56C895221D" ma:contentTypeVersion="13" ma:contentTypeDescription="Create a new document." ma:contentTypeScope="" ma:versionID="bdc6ae1fcd6d27b71ecadb5eeee504bc">
  <xsd:schema xmlns:xsd="http://www.w3.org/2001/XMLSchema" xmlns:xs="http://www.w3.org/2001/XMLSchema" xmlns:p="http://schemas.microsoft.com/office/2006/metadata/properties" xmlns:ns3="2cc3ddbe-de74-4f28-bf05-75615a9ff1ee" xmlns:ns4="710bceee-5535-4a32-8467-01ceeaaabb9b" targetNamespace="http://schemas.microsoft.com/office/2006/metadata/properties" ma:root="true" ma:fieldsID="b39f87bfaa8ec83d16b5169e14e71366" ns3:_="" ns4:_="">
    <xsd:import namespace="2cc3ddbe-de74-4f28-bf05-75615a9ff1ee"/>
    <xsd:import namespace="710bceee-5535-4a32-8467-01ceeaaabb9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c3ddbe-de74-4f28-bf05-75615a9ff1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10bceee-5535-4a32-8467-01ceeaaabb9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30AF86-F230-4830-933F-E98CB5574072}">
  <ds:schemaRefs>
    <ds:schemaRef ds:uri="http://www.w3.org/XML/1998/namespace"/>
    <ds:schemaRef ds:uri="http://schemas.microsoft.com/office/2006/documentManagement/types"/>
    <ds:schemaRef ds:uri="http://purl.org/dc/terms/"/>
    <ds:schemaRef ds:uri="http://schemas.microsoft.com/office/infopath/2007/PartnerControls"/>
    <ds:schemaRef ds:uri="2cc3ddbe-de74-4f28-bf05-75615a9ff1ee"/>
    <ds:schemaRef ds:uri="http://purl.org/dc/dcmitype/"/>
    <ds:schemaRef ds:uri="http://purl.org/dc/elements/1.1/"/>
    <ds:schemaRef ds:uri="http://schemas.openxmlformats.org/package/2006/metadata/core-properties"/>
    <ds:schemaRef ds:uri="710bceee-5535-4a32-8467-01ceeaaabb9b"/>
    <ds:schemaRef ds:uri="http://schemas.microsoft.com/office/2006/metadata/properties"/>
  </ds:schemaRefs>
</ds:datastoreItem>
</file>

<file path=customXml/itemProps2.xml><?xml version="1.0" encoding="utf-8"?>
<ds:datastoreItem xmlns:ds="http://schemas.openxmlformats.org/officeDocument/2006/customXml" ds:itemID="{D79B5F6A-4320-4591-A017-E54C221AAEA3}">
  <ds:schemaRefs>
    <ds:schemaRef ds:uri="http://schemas.microsoft.com/sharepoint/v3/contenttype/forms"/>
  </ds:schemaRefs>
</ds:datastoreItem>
</file>

<file path=customXml/itemProps3.xml><?xml version="1.0" encoding="utf-8"?>
<ds:datastoreItem xmlns:ds="http://schemas.openxmlformats.org/officeDocument/2006/customXml" ds:itemID="{59043421-5D88-467A-8C89-A3DE4A49D5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c3ddbe-de74-4f28-bf05-75615a9ff1ee"/>
    <ds:schemaRef ds:uri="710bceee-5535-4a32-8467-01ceeaaab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Custom Design</Template>
  <TotalTime>6576</TotalTime>
  <Words>1017</Words>
  <Application>Microsoft Macintosh PowerPoint</Application>
  <PresentationFormat>Custom</PresentationFormat>
  <Paragraphs>128</Paragraphs>
  <Slides>19</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19</vt:i4>
      </vt:variant>
    </vt:vector>
  </HeadingPairs>
  <TitlesOfParts>
    <vt:vector size="30" baseType="lpstr">
      <vt:lpstr>Arial</vt:lpstr>
      <vt:lpstr>Arial Rounded MT Bold</vt:lpstr>
      <vt:lpstr>Calibri</vt:lpstr>
      <vt:lpstr>Gill Sans</vt:lpstr>
      <vt:lpstr>Tahoma</vt:lpstr>
      <vt:lpstr>Tw Cen MT</vt:lpstr>
      <vt:lpstr>Univers LT Std 55</vt:lpstr>
      <vt:lpstr>Wingdings</vt:lpstr>
      <vt:lpstr>Custom Design</vt:lpstr>
      <vt:lpstr>3_Blends</vt:lpstr>
      <vt:lpstr>Droplet</vt:lpstr>
      <vt:lpstr>The Value of LLMs For Classifying Patch Types and Automating Data Collection and Processing</vt:lpstr>
      <vt:lpstr>Outline</vt:lpstr>
      <vt:lpstr>Introduction to Patch Classification and LLMs</vt:lpstr>
      <vt:lpstr>Background – File Systems</vt:lpstr>
      <vt:lpstr>Motivation – Open-source Local File Systems</vt:lpstr>
      <vt:lpstr>Related Work</vt:lpstr>
      <vt:lpstr>Related Work</vt:lpstr>
      <vt:lpstr>Contribution</vt:lpstr>
      <vt:lpstr>Materials and Methods</vt:lpstr>
      <vt:lpstr>Dataset verification</vt:lpstr>
      <vt:lpstr>Materials and Methods</vt:lpstr>
      <vt:lpstr>RESULTS</vt:lpstr>
      <vt:lpstr>RESULTS</vt:lpstr>
      <vt:lpstr>Next STEPs</vt:lpstr>
      <vt:lpstr>Security vs non-security dataset</vt:lpstr>
      <vt:lpstr>Agentic ai background</vt:lpstr>
      <vt:lpstr>Agentic ai FRAMEWORK</vt:lpstr>
      <vt:lpstr>Langchain is preferred</vt:lpstr>
      <vt:lpstr>Proposed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Powadi, Anirudha A [E CPE]</dc:creator>
  <cp:lastModifiedBy>Powadi, Anirudha A [E CPE]</cp:lastModifiedBy>
  <cp:revision>1</cp:revision>
  <cp:lastPrinted>2017-02-27T15:39:53Z</cp:lastPrinted>
  <dcterms:created xsi:type="dcterms:W3CDTF">2025-03-29T16:58:01Z</dcterms:created>
  <dcterms:modified xsi:type="dcterms:W3CDTF">2025-04-30T16:18:45Z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0x010100610257D7C0B91F438A53EC56C895221D</vt:lpwstr>
  </property>
</Properties>
</file>